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6AlHacSnSG5w9yxuSCuNqr4Cb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0049" y="-1822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85" name="Google Shape;85;p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752" y="6754636"/>
            <a:ext cx="12217879" cy="307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-5751" y="6595904"/>
            <a:ext cx="9313652" cy="16475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286447" y="1055411"/>
            <a:ext cx="9116008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111U06C105 – Engineering Drawing</a:t>
            </a:r>
            <a:endParaRPr b="1" i="0" sz="4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1" i="0" sz="4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ISOMETRIC DRAWING</a:t>
            </a:r>
            <a:endParaRPr b="1" i="0" sz="4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5" name="Google Shape;95;p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752" y="6754636"/>
            <a:ext cx="12217879" cy="307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-5751" y="6538395"/>
            <a:ext cx="9313652" cy="26539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4077419" y="109269"/>
            <a:ext cx="35339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3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99382" y="1015042"/>
            <a:ext cx="1069387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7939" y="1015042"/>
            <a:ext cx="2848738" cy="224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9086" y="853460"/>
            <a:ext cx="6878853" cy="257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7511" y="3333749"/>
            <a:ext cx="3775197" cy="30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81954" y="3433030"/>
            <a:ext cx="5802472" cy="290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4555" y="594581"/>
            <a:ext cx="7275052" cy="581273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4409296" y="85812"/>
            <a:ext cx="35880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contd…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743" y="853460"/>
            <a:ext cx="6229677" cy="3193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9754" y="2233004"/>
            <a:ext cx="5679337" cy="4004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3727938" y="147808"/>
            <a:ext cx="35880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contd…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838200" y="365126"/>
            <a:ext cx="10515600" cy="795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IsoCircle (Four Center Method)</a:t>
            </a:r>
            <a:endParaRPr sz="3600"/>
          </a:p>
        </p:txBody>
      </p:sp>
      <p:sp>
        <p:nvSpPr>
          <p:cNvPr id="129" name="Google Shape;12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641" y="1304560"/>
            <a:ext cx="7226544" cy="276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0088" y="3880338"/>
            <a:ext cx="7809194" cy="271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screenshot of a cell phone&#10;&#10;Description automatically generated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41" y="853460"/>
            <a:ext cx="5337766" cy="2851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8909" y="924171"/>
            <a:ext cx="4527672" cy="34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4197" y="3704492"/>
            <a:ext cx="4735455" cy="269244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3464287" y="286850"/>
            <a:ext cx="54417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Isometric Projection of Cylinder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166" name="Google Shape;1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2874" y="484977"/>
            <a:ext cx="5501700" cy="41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 txBox="1"/>
          <p:nvPr/>
        </p:nvSpPr>
        <p:spPr>
          <a:xfrm>
            <a:off x="3962400" y="192590"/>
            <a:ext cx="32169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Isometric Drawing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715108" y="1266092"/>
            <a:ext cx="11459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75" name="Google Shape;1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-2800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176" name="Google Shape;1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5734" y="661620"/>
            <a:ext cx="4874235" cy="585931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1"/>
          <p:cNvSpPr txBox="1"/>
          <p:nvPr/>
        </p:nvSpPr>
        <p:spPr>
          <a:xfrm>
            <a:off x="3259016" y="425673"/>
            <a:ext cx="15664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8923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185" name="Google Shape;18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7448" y="369157"/>
            <a:ext cx="4332590" cy="50159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 txBox="1"/>
          <p:nvPr/>
        </p:nvSpPr>
        <p:spPr>
          <a:xfrm>
            <a:off x="715108" y="1266092"/>
            <a:ext cx="11459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93" name="Google Shape;1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8923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194" name="Google Shape;1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6575" y="780447"/>
            <a:ext cx="6419117" cy="546738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3188678" y="668794"/>
            <a:ext cx="15664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8923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203" name="Google Shape;2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3631" y="867015"/>
            <a:ext cx="4603138" cy="540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5980" y="1289537"/>
            <a:ext cx="5632769" cy="511919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/>
        </p:nvSpPr>
        <p:spPr>
          <a:xfrm>
            <a:off x="3235570" y="484128"/>
            <a:ext cx="14637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5767755" y="896759"/>
            <a:ext cx="121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8923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214" name="Google Shape;2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59" y="1232588"/>
            <a:ext cx="4629404" cy="559386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 txBox="1"/>
          <p:nvPr/>
        </p:nvSpPr>
        <p:spPr>
          <a:xfrm>
            <a:off x="3059723" y="770923"/>
            <a:ext cx="14637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5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6163" y="853460"/>
            <a:ext cx="5955323" cy="586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230" name="Google Shape;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5" y="8923"/>
            <a:ext cx="2857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231" name="Google Shape;2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4426" y="26933"/>
            <a:ext cx="1324665" cy="82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5403" y="1141534"/>
            <a:ext cx="5070597" cy="4137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1761391"/>
            <a:ext cx="5450758" cy="4201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 txBox="1"/>
          <p:nvPr/>
        </p:nvSpPr>
        <p:spPr>
          <a:xfrm>
            <a:off x="2923995" y="853460"/>
            <a:ext cx="16793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6858001" y="1576725"/>
            <a:ext cx="13901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2020-08-03T07:23:07Z</dcterms:created>
  <dc:creator>Admin</dc:creator>
</cp:coreProperties>
</file>