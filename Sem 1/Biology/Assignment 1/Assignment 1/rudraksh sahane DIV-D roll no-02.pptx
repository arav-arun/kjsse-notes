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0C2F29-0A54-4E3A-B97C-1135EDAE9139}" v="420" dt="2025-09-20T06:40:18.5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0F8CF-692C-4963-8B5E-D1C0928CF160}"/>
              </a:ext>
            </a:extLst>
          </p:cNvPr>
          <p:cNvSpPr>
            <a:spLocks noGrp="1"/>
          </p:cNvSpPr>
          <p:nvPr>
            <p:ph type="ctrTitle"/>
          </p:nvPr>
        </p:nvSpPr>
        <p:spPr>
          <a:xfrm>
            <a:off x="1429612" y="1013984"/>
            <a:ext cx="7714388" cy="3260635"/>
          </a:xfrm>
        </p:spPr>
        <p:txBody>
          <a:bodyPr anchor="b"/>
          <a:lstStyle>
            <a:lvl1pPr algn="l">
              <a:defRPr sz="2800"/>
            </a:lvl1pPr>
          </a:lstStyle>
          <a:p>
            <a:r>
              <a:rPr lang="en-US" dirty="0"/>
              <a:t>Click to edit Master title style</a:t>
            </a:r>
          </a:p>
        </p:txBody>
      </p:sp>
      <p:sp>
        <p:nvSpPr>
          <p:cNvPr id="3" name="Subtitle 2">
            <a:extLst>
              <a:ext uri="{FF2B5EF4-FFF2-40B4-BE49-F238E27FC236}">
                <a16:creationId xmlns:a16="http://schemas.microsoft.com/office/drawing/2014/main" id="{9F419655-1613-4CC0-BBE9-BD2CB2C3C766}"/>
              </a:ext>
            </a:extLst>
          </p:cNvPr>
          <p:cNvSpPr>
            <a:spLocks noGrp="1"/>
          </p:cNvSpPr>
          <p:nvPr>
            <p:ph type="subTitle" idx="1"/>
          </p:nvPr>
        </p:nvSpPr>
        <p:spPr>
          <a:xfrm>
            <a:off x="1429612" y="4848464"/>
            <a:ext cx="7714388" cy="1085849"/>
          </a:xfrm>
        </p:spPr>
        <p:txBody>
          <a:bodyPr>
            <a:normAutofit/>
          </a:bodyPr>
          <a:lstStyle>
            <a:lvl1pPr marL="0" indent="0" algn="l">
              <a:buNone/>
              <a:defRPr sz="180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40267FFF-6BC4-4DF0-BC55-B2C3BFD8ED12}"/>
              </a:ext>
            </a:extLst>
          </p:cNvPr>
          <p:cNvSpPr>
            <a:spLocks noGrp="1"/>
          </p:cNvSpPr>
          <p:nvPr>
            <p:ph type="dt" sz="half" idx="10"/>
          </p:nvPr>
        </p:nvSpPr>
        <p:spPr/>
        <p:txBody>
          <a:bodyPr/>
          <a:lstStyle/>
          <a:p>
            <a:fld id="{C4270120-CDFC-48DE-A6EA-6DEEDD0E436A}" type="datetimeFigureOut">
              <a:rPr lang="en-US" dirty="0"/>
              <a:t>9/19/2025</a:t>
            </a:fld>
            <a:endParaRPr lang="en-US" dirty="0"/>
          </a:p>
        </p:txBody>
      </p:sp>
      <p:sp>
        <p:nvSpPr>
          <p:cNvPr id="5" name="Footer Placeholder 4">
            <a:extLst>
              <a:ext uri="{FF2B5EF4-FFF2-40B4-BE49-F238E27FC236}">
                <a16:creationId xmlns:a16="http://schemas.microsoft.com/office/drawing/2014/main" id="{D6389830-A1B7-484B-832C-F64A558BDFE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74A8F727-72C8-47A9-8E54-AD84590286F9}"/>
              </a:ext>
            </a:extLst>
          </p:cNvPr>
          <p:cNvSpPr>
            <a:spLocks noGrp="1"/>
          </p:cNvSpPr>
          <p:nvPr>
            <p:ph type="sldNum" sz="quarter" idx="12"/>
          </p:nvPr>
        </p:nvSpPr>
        <p:spPr/>
        <p:txBody>
          <a:bodyPr/>
          <a:lstStyle/>
          <a:p>
            <a:fld id="{196A61CA-0502-4EE4-9724-96EA822543E5}" type="slidenum">
              <a:rPr lang="en-US" dirty="0"/>
              <a:t>‹#›</a:t>
            </a:fld>
            <a:endParaRPr lang="en-US" dirty="0"/>
          </a:p>
        </p:txBody>
      </p:sp>
      <p:cxnSp>
        <p:nvCxnSpPr>
          <p:cNvPr id="7" name="Straight Connector 6">
            <a:extLst>
              <a:ext uri="{FF2B5EF4-FFF2-40B4-BE49-F238E27FC236}">
                <a16:creationId xmlns:a16="http://schemas.microsoft.com/office/drawing/2014/main" id="{AEED5540-64E5-4258-ABA4-753F07B71B38}"/>
              </a:ext>
            </a:extLst>
          </p:cNvPr>
          <p:cNvCxnSpPr>
            <a:cxnSpLocks/>
          </p:cNvCxnSpPr>
          <p:nvPr/>
        </p:nvCxnSpPr>
        <p:spPr>
          <a:xfrm>
            <a:off x="1524000" y="457150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74529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EF94C-BCB1-4F4C-AF70-DD2A5C4E3318}"/>
              </a:ext>
            </a:extLst>
          </p:cNvPr>
          <p:cNvSpPr>
            <a:spLocks noGrp="1"/>
          </p:cNvSpPr>
          <p:nvPr>
            <p:ph type="title"/>
          </p:nvPr>
        </p:nvSpPr>
        <p:spPr>
          <a:xfrm>
            <a:off x="1429566" y="1045445"/>
            <a:ext cx="9238434" cy="857559"/>
          </a:xfrm>
        </p:spPr>
        <p:txBody>
          <a:bodyPr anchor="b"/>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8A909B75-A057-44B5-872F-DF01BDC8EA07}"/>
              </a:ext>
            </a:extLst>
          </p:cNvPr>
          <p:cNvSpPr>
            <a:spLocks noGrp="1"/>
          </p:cNvSpPr>
          <p:nvPr>
            <p:ph idx="1"/>
          </p:nvPr>
        </p:nvSpPr>
        <p:spPr>
          <a:xfrm>
            <a:off x="1429566" y="2286000"/>
            <a:ext cx="9238434" cy="3810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806260C-3219-4812-88F2-3162D37F293B}"/>
              </a:ext>
            </a:extLst>
          </p:cNvPr>
          <p:cNvSpPr>
            <a:spLocks noGrp="1"/>
          </p:cNvSpPr>
          <p:nvPr>
            <p:ph type="dt" sz="half" idx="10"/>
          </p:nvPr>
        </p:nvSpPr>
        <p:spPr/>
        <p:txBody>
          <a:bodyPr/>
          <a:lstStyle/>
          <a:p>
            <a:fld id="{A3C9FAAF-C467-4C93-8ECD-39AF5A14D498}" type="datetimeFigureOut">
              <a:rPr lang="en-US" dirty="0"/>
              <a:t>9/19/2025</a:t>
            </a:fld>
            <a:endParaRPr lang="en-US" dirty="0"/>
          </a:p>
        </p:txBody>
      </p:sp>
      <p:sp>
        <p:nvSpPr>
          <p:cNvPr id="5" name="Footer Placeholder 4">
            <a:extLst>
              <a:ext uri="{FF2B5EF4-FFF2-40B4-BE49-F238E27FC236}">
                <a16:creationId xmlns:a16="http://schemas.microsoft.com/office/drawing/2014/main" id="{F2762B73-9C01-4BE3-A199-782BE6EBA6E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A761492-EB56-4454-9D2A-8BB94AACB899}"/>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868882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980A128-A52A-402C-865B-1BF08D7F0458}"/>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3E900447-3778-4AB7-ACB3-7C2313FE9A47}"/>
              </a:ext>
            </a:extLst>
          </p:cNvPr>
          <p:cNvSpPr>
            <a:spLocks noGrp="1"/>
          </p:cNvSpPr>
          <p:nvPr>
            <p:ph type="title"/>
          </p:nvPr>
        </p:nvSpPr>
        <p:spPr>
          <a:xfrm>
            <a:off x="1421745" y="1287554"/>
            <a:ext cx="8284963" cy="3113064"/>
          </a:xfrm>
        </p:spPr>
        <p:txBody>
          <a:bodyPr anchor="t"/>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F9B910C9-BA3C-4D31-9C62-2C2408591FF2}"/>
              </a:ext>
            </a:extLst>
          </p:cNvPr>
          <p:cNvSpPr>
            <a:spLocks noGrp="1"/>
          </p:cNvSpPr>
          <p:nvPr>
            <p:ph type="body" idx="1"/>
          </p:nvPr>
        </p:nvSpPr>
        <p:spPr>
          <a:xfrm>
            <a:off x="1421744" y="4619707"/>
            <a:ext cx="7722256" cy="1476293"/>
          </a:xfrm>
        </p:spPr>
        <p:txBody>
          <a:bodyPr anchor="b">
            <a:normAutofit/>
          </a:bodyPr>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8742E8A-6B69-406B-A3DF-0A1B76832E0A}"/>
              </a:ext>
            </a:extLst>
          </p:cNvPr>
          <p:cNvSpPr>
            <a:spLocks noGrp="1"/>
          </p:cNvSpPr>
          <p:nvPr>
            <p:ph type="dt" sz="half" idx="10"/>
          </p:nvPr>
        </p:nvSpPr>
        <p:spPr/>
        <p:txBody>
          <a:bodyPr/>
          <a:lstStyle/>
          <a:p>
            <a:fld id="{3E37E480-B2BA-4553-A144-61E7F75833ED}" type="datetimeFigureOut">
              <a:rPr lang="en-US" dirty="0"/>
              <a:t>9/19/2025</a:t>
            </a:fld>
            <a:endParaRPr lang="en-US" dirty="0"/>
          </a:p>
        </p:txBody>
      </p:sp>
      <p:sp>
        <p:nvSpPr>
          <p:cNvPr id="5" name="Footer Placeholder 4">
            <a:extLst>
              <a:ext uri="{FF2B5EF4-FFF2-40B4-BE49-F238E27FC236}">
                <a16:creationId xmlns:a16="http://schemas.microsoft.com/office/drawing/2014/main" id="{64D665CF-4461-4BB8-8F3A-ED1CB1084CA2}"/>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D4898B27-5EF3-49F4-B3CE-F3CF419AE06E}"/>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1942487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3F3BA-5AD5-4F15-97B2-E4652D1D4E15}"/>
              </a:ext>
            </a:extLst>
          </p:cNvPr>
          <p:cNvSpPr>
            <a:spLocks noGrp="1"/>
          </p:cNvSpPr>
          <p:nvPr>
            <p:ph type="title"/>
          </p:nvPr>
        </p:nvSpPr>
        <p:spPr>
          <a:xfrm>
            <a:off x="1429566" y="1013411"/>
            <a:ext cx="9238434" cy="889592"/>
          </a:xfrm>
        </p:spPr>
        <p:txBody>
          <a:bodyPr/>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7EA997B8-1FD3-40E6-A486-256EB41DB70A}"/>
              </a:ext>
            </a:extLst>
          </p:cNvPr>
          <p:cNvSpPr>
            <a:spLocks noGrp="1"/>
          </p:cNvSpPr>
          <p:nvPr>
            <p:ph sz="half" idx="1"/>
          </p:nvPr>
        </p:nvSpPr>
        <p:spPr>
          <a:xfrm>
            <a:off x="1429566" y="2135565"/>
            <a:ext cx="4495800" cy="39604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4183F4D8-AA9A-4AF7-86EA-E4D797B98CE9}"/>
              </a:ext>
            </a:extLst>
          </p:cNvPr>
          <p:cNvSpPr>
            <a:spLocks noGrp="1"/>
          </p:cNvSpPr>
          <p:nvPr>
            <p:ph sz="half" idx="2"/>
          </p:nvPr>
        </p:nvSpPr>
        <p:spPr>
          <a:xfrm>
            <a:off x="6172200" y="2135565"/>
            <a:ext cx="4495800" cy="39604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A08823E-BC08-4810-9BFF-35D2EA2AE729}"/>
              </a:ext>
            </a:extLst>
          </p:cNvPr>
          <p:cNvSpPr>
            <a:spLocks noGrp="1"/>
          </p:cNvSpPr>
          <p:nvPr>
            <p:ph type="dt" sz="half" idx="10"/>
          </p:nvPr>
        </p:nvSpPr>
        <p:spPr/>
        <p:txBody>
          <a:bodyPr/>
          <a:lstStyle/>
          <a:p>
            <a:fld id="{390E682A-6B53-4B08-AE4D-4C5E659103CC}" type="datetimeFigureOut">
              <a:rPr lang="en-US" dirty="0"/>
              <a:t>9/19/2025</a:t>
            </a:fld>
            <a:endParaRPr lang="en-US" dirty="0"/>
          </a:p>
        </p:txBody>
      </p:sp>
      <p:sp>
        <p:nvSpPr>
          <p:cNvPr id="6" name="Footer Placeholder 5">
            <a:extLst>
              <a:ext uri="{FF2B5EF4-FFF2-40B4-BE49-F238E27FC236}">
                <a16:creationId xmlns:a16="http://schemas.microsoft.com/office/drawing/2014/main" id="{2FDD2BFB-BB2C-4C4A-A6E1-DD223C2BE02F}"/>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95D369B2-12F8-4583-8A7F-523C9A3EF09B}"/>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4287226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717F-84B9-44BA-8DD6-680394AB193E}"/>
              </a:ext>
            </a:extLst>
          </p:cNvPr>
          <p:cNvSpPr>
            <a:spLocks noGrp="1"/>
          </p:cNvSpPr>
          <p:nvPr>
            <p:ph type="title"/>
          </p:nvPr>
        </p:nvSpPr>
        <p:spPr>
          <a:xfrm>
            <a:off x="1429566" y="1079150"/>
            <a:ext cx="9238434" cy="823912"/>
          </a:xfrm>
        </p:spPr>
        <p:txBody>
          <a:bodyPr/>
          <a:lstStyle>
            <a:lvl1pPr>
              <a:defRPr>
                <a:solidFill>
                  <a:schemeClr val="tx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2A1217D6-7448-4625-964F-5D82F65F11F7}"/>
              </a:ext>
            </a:extLst>
          </p:cNvPr>
          <p:cNvSpPr>
            <a:spLocks noGrp="1"/>
          </p:cNvSpPr>
          <p:nvPr>
            <p:ph type="body" idx="1"/>
          </p:nvPr>
        </p:nvSpPr>
        <p:spPr>
          <a:xfrm>
            <a:off x="1429567" y="2013217"/>
            <a:ext cx="4495799" cy="704232"/>
          </a:xfrm>
        </p:spPr>
        <p:txBody>
          <a:bodyPr anchor="b">
            <a:normAutofit/>
          </a:bodyPr>
          <a:lstStyle>
            <a:lvl1pPr marL="0" indent="0">
              <a:lnSpc>
                <a:spcPct val="100000"/>
              </a:lnSpc>
              <a:buNone/>
              <a:defRPr sz="1800" b="0" cap="all" spc="300" baseline="0">
                <a:solidFill>
                  <a:schemeClr val="tx1"/>
                </a:solidFill>
                <a:latin typeface="+mj-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253A534C-0B54-4327-99C0-4F0019FD21F6}"/>
              </a:ext>
            </a:extLst>
          </p:cNvPr>
          <p:cNvSpPr>
            <a:spLocks noGrp="1"/>
          </p:cNvSpPr>
          <p:nvPr>
            <p:ph sz="half" idx="2"/>
          </p:nvPr>
        </p:nvSpPr>
        <p:spPr>
          <a:xfrm>
            <a:off x="1429567" y="3048000"/>
            <a:ext cx="4495800" cy="304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89D4A63-0795-4B74-8C11-5FE7944118C7}"/>
              </a:ext>
            </a:extLst>
          </p:cNvPr>
          <p:cNvSpPr>
            <a:spLocks noGrp="1"/>
          </p:cNvSpPr>
          <p:nvPr>
            <p:ph type="body" sz="quarter" idx="3"/>
          </p:nvPr>
        </p:nvSpPr>
        <p:spPr>
          <a:xfrm>
            <a:off x="6172200" y="2013215"/>
            <a:ext cx="4495800" cy="704233"/>
          </a:xfrm>
        </p:spPr>
        <p:txBody>
          <a:bodyPr anchor="b">
            <a:normAutofit/>
          </a:bodyPr>
          <a:lstStyle>
            <a:lvl1pPr marL="0" indent="0">
              <a:lnSpc>
                <a:spcPct val="100000"/>
              </a:lnSpc>
              <a:buNone/>
              <a:defRPr sz="1800" b="0" cap="all" spc="300" baseline="0">
                <a:solidFill>
                  <a:schemeClr val="tx1"/>
                </a:solidFill>
                <a:latin typeface="+mj-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823D16F3-F747-441B-9854-27225954DEC4}"/>
              </a:ext>
            </a:extLst>
          </p:cNvPr>
          <p:cNvSpPr>
            <a:spLocks noGrp="1"/>
          </p:cNvSpPr>
          <p:nvPr>
            <p:ph sz="quarter" idx="4"/>
          </p:nvPr>
        </p:nvSpPr>
        <p:spPr>
          <a:xfrm>
            <a:off x="6172200" y="3048000"/>
            <a:ext cx="4495800" cy="30480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0E8168E2-6B97-486E-B0E4-4E7F5CDBB5B1}"/>
              </a:ext>
            </a:extLst>
          </p:cNvPr>
          <p:cNvSpPr>
            <a:spLocks noGrp="1"/>
          </p:cNvSpPr>
          <p:nvPr>
            <p:ph type="dt" sz="half" idx="10"/>
          </p:nvPr>
        </p:nvSpPr>
        <p:spPr/>
        <p:txBody>
          <a:bodyPr/>
          <a:lstStyle/>
          <a:p>
            <a:fld id="{7C69F0F6-BEBB-4894-ABB2-75C5CBE0DDB9}" type="datetimeFigureOut">
              <a:rPr lang="en-US" dirty="0"/>
              <a:t>9/19/2025</a:t>
            </a:fld>
            <a:endParaRPr lang="en-US" dirty="0"/>
          </a:p>
        </p:txBody>
      </p:sp>
      <p:sp>
        <p:nvSpPr>
          <p:cNvPr id="8" name="Footer Placeholder 7">
            <a:extLst>
              <a:ext uri="{FF2B5EF4-FFF2-40B4-BE49-F238E27FC236}">
                <a16:creationId xmlns:a16="http://schemas.microsoft.com/office/drawing/2014/main" id="{D05D3E2B-2F4E-4347-A8E9-27EB7D0359B3}"/>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DC1FC4F5-6876-414E-9E30-84706A3F528C}"/>
              </a:ext>
            </a:extLst>
          </p:cNvPr>
          <p:cNvSpPr>
            <a:spLocks noGrp="1"/>
          </p:cNvSpPr>
          <p:nvPr>
            <p:ph type="sldNum" sz="quarter" idx="12"/>
          </p:nvPr>
        </p:nvSpPr>
        <p:spPr/>
        <p:txBody>
          <a:bodyPr/>
          <a:lstStyle/>
          <a:p>
            <a:fld id="{196A61CA-0502-4EE4-9724-96EA822543E5}" type="slidenum">
              <a:rPr lang="en-US" dirty="0"/>
              <a:t>‹#›</a:t>
            </a:fld>
            <a:endParaRPr lang="en-US" dirty="0"/>
          </a:p>
        </p:txBody>
      </p:sp>
      <p:cxnSp>
        <p:nvCxnSpPr>
          <p:cNvPr id="11" name="Straight Connector 10">
            <a:extLst>
              <a:ext uri="{FF2B5EF4-FFF2-40B4-BE49-F238E27FC236}">
                <a16:creationId xmlns:a16="http://schemas.microsoft.com/office/drawing/2014/main" id="{A70D2F04-5474-46B9-B838-858CDF4AB2D2}"/>
              </a:ext>
            </a:extLst>
          </p:cNvPr>
          <p:cNvCxnSpPr>
            <a:cxnSpLocks/>
          </p:cNvCxnSpPr>
          <p:nvPr/>
        </p:nvCxnSpPr>
        <p:spPr>
          <a:xfrm>
            <a:off x="6270727" y="2876662"/>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CADEE893-BE45-47F3-BCF0-02424B3503CC}"/>
              </a:ext>
            </a:extLst>
          </p:cNvPr>
          <p:cNvSpPr/>
          <p:nvPr/>
        </p:nvSpPr>
        <p:spPr>
          <a:xfrm>
            <a:off x="-1171838" y="4592406"/>
            <a:ext cx="808262" cy="3897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a:extLst>
              <a:ext uri="{FF2B5EF4-FFF2-40B4-BE49-F238E27FC236}">
                <a16:creationId xmlns:a16="http://schemas.microsoft.com/office/drawing/2014/main" id="{3FB5178A-4501-4B56-8BF1-D083D7B021CE}"/>
              </a:ext>
            </a:extLst>
          </p:cNvPr>
          <p:cNvCxnSpPr>
            <a:cxnSpLocks/>
          </p:cNvCxnSpPr>
          <p:nvPr/>
        </p:nvCxnSpPr>
        <p:spPr>
          <a:xfrm>
            <a:off x="1524000" y="2876662"/>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3718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2109C6-041C-42BA-B507-8EA298046EDD}"/>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F7BF877-20DD-40F4-AEA8-E1B6D5350D2D}"/>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167DC874-15B5-4338-B7D1-8E393AB4C16E}"/>
              </a:ext>
            </a:extLst>
          </p:cNvPr>
          <p:cNvSpPr>
            <a:spLocks noGrp="1"/>
          </p:cNvSpPr>
          <p:nvPr>
            <p:ph type="dt" sz="half" idx="10"/>
          </p:nvPr>
        </p:nvSpPr>
        <p:spPr/>
        <p:txBody>
          <a:bodyPr/>
          <a:lstStyle/>
          <a:p>
            <a:fld id="{8B3E9E5F-17D9-4A30-9DA3-64E46A6DF111}" type="datetimeFigureOut">
              <a:rPr lang="en-US" dirty="0"/>
              <a:t>9/19/2025</a:t>
            </a:fld>
            <a:endParaRPr lang="en-US" dirty="0"/>
          </a:p>
        </p:txBody>
      </p:sp>
      <p:sp>
        <p:nvSpPr>
          <p:cNvPr id="4" name="Footer Placeholder 3">
            <a:extLst>
              <a:ext uri="{FF2B5EF4-FFF2-40B4-BE49-F238E27FC236}">
                <a16:creationId xmlns:a16="http://schemas.microsoft.com/office/drawing/2014/main" id="{7E66BAE3-24C5-483F-9141-D860A265E78D}"/>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059AEEB4-66F8-4008-B616-804FB9D91CF9}"/>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15460484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46C975-8FFB-4A4B-9213-774EE3901DE9}"/>
              </a:ext>
            </a:extLst>
          </p:cNvPr>
          <p:cNvSpPr>
            <a:spLocks noGrp="1"/>
          </p:cNvSpPr>
          <p:nvPr>
            <p:ph type="dt" sz="half" idx="10"/>
          </p:nvPr>
        </p:nvSpPr>
        <p:spPr/>
        <p:txBody>
          <a:bodyPr/>
          <a:lstStyle/>
          <a:p>
            <a:fld id="{033AC5F0-3BC3-4718-BCCA-24B5655EC864}" type="datetimeFigureOut">
              <a:rPr lang="en-US" dirty="0"/>
              <a:t>9/19/2025</a:t>
            </a:fld>
            <a:endParaRPr lang="en-US" dirty="0"/>
          </a:p>
        </p:txBody>
      </p:sp>
      <p:sp>
        <p:nvSpPr>
          <p:cNvPr id="3" name="Footer Placeholder 2">
            <a:extLst>
              <a:ext uri="{FF2B5EF4-FFF2-40B4-BE49-F238E27FC236}">
                <a16:creationId xmlns:a16="http://schemas.microsoft.com/office/drawing/2014/main" id="{4FBA744F-475D-4105-8E4A-025815549539}"/>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6F3FA64C-7966-4D6F-88D7-4B89F2A1DF2C}"/>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37570143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4ED5F-AB94-4DCF-8971-B8B2B55AF653}"/>
              </a:ext>
            </a:extLst>
          </p:cNvPr>
          <p:cNvSpPr>
            <a:spLocks noGrp="1"/>
          </p:cNvSpPr>
          <p:nvPr>
            <p:ph type="title"/>
          </p:nvPr>
        </p:nvSpPr>
        <p:spPr>
          <a:xfrm>
            <a:off x="1443740" y="1558944"/>
            <a:ext cx="3279689" cy="1864196"/>
          </a:xfrm>
        </p:spPr>
        <p:txBody>
          <a:bodyPr anchor="b"/>
          <a:lstStyle>
            <a:lvl1pPr algn="r">
              <a:defRPr sz="2800">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141EE4CB-68CF-4BF3-A891-8277AFD13D88}"/>
              </a:ext>
            </a:extLst>
          </p:cNvPr>
          <p:cNvSpPr>
            <a:spLocks noGrp="1"/>
          </p:cNvSpPr>
          <p:nvPr>
            <p:ph idx="1"/>
          </p:nvPr>
        </p:nvSpPr>
        <p:spPr>
          <a:xfrm>
            <a:off x="5334000" y="762000"/>
            <a:ext cx="5333999" cy="5334000"/>
          </a:xfrm>
        </p:spPr>
        <p:txBody>
          <a:bodyPr anchor="ctr">
            <a:normAutofit/>
          </a:bodyPr>
          <a:lstStyle>
            <a:lvl1pPr>
              <a:defRPr sz="28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95292E72-B66D-40EE-B182-5585382A6DC9}"/>
              </a:ext>
            </a:extLst>
          </p:cNvPr>
          <p:cNvSpPr>
            <a:spLocks noGrp="1"/>
          </p:cNvSpPr>
          <p:nvPr>
            <p:ph type="body" sz="half" idx="2"/>
          </p:nvPr>
        </p:nvSpPr>
        <p:spPr>
          <a:xfrm>
            <a:off x="1443741" y="3649682"/>
            <a:ext cx="3233096" cy="1933605"/>
          </a:xfrm>
        </p:spPr>
        <p:txBody>
          <a:bodyPr/>
          <a:lstStyle>
            <a:lvl1pPr marL="0" indent="0" algn="r">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ED73B694-B050-45F3-AE6F-A86A129F1C64}"/>
              </a:ext>
            </a:extLst>
          </p:cNvPr>
          <p:cNvSpPr>
            <a:spLocks noGrp="1"/>
          </p:cNvSpPr>
          <p:nvPr>
            <p:ph type="dt" sz="half" idx="10"/>
          </p:nvPr>
        </p:nvSpPr>
        <p:spPr/>
        <p:txBody>
          <a:bodyPr/>
          <a:lstStyle/>
          <a:p>
            <a:fld id="{9EB8BD81-465B-40F2-9A54-9DF3B12AF598}" type="datetimeFigureOut">
              <a:rPr lang="en-US" dirty="0"/>
              <a:t>9/19/2025</a:t>
            </a:fld>
            <a:endParaRPr lang="en-US" dirty="0"/>
          </a:p>
        </p:txBody>
      </p:sp>
      <p:sp>
        <p:nvSpPr>
          <p:cNvPr id="6" name="Footer Placeholder 5">
            <a:extLst>
              <a:ext uri="{FF2B5EF4-FFF2-40B4-BE49-F238E27FC236}">
                <a16:creationId xmlns:a16="http://schemas.microsoft.com/office/drawing/2014/main" id="{7E8AE423-9CA5-46B3-96B1-7586AD02080D}"/>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014B973D-F1F7-47BC-996D-6100B7C89520}"/>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465553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E9949-4A1F-4DA9-9B75-A6180F954B8D}"/>
              </a:ext>
            </a:extLst>
          </p:cNvPr>
          <p:cNvSpPr>
            <a:spLocks noGrp="1"/>
          </p:cNvSpPr>
          <p:nvPr>
            <p:ph type="title"/>
          </p:nvPr>
        </p:nvSpPr>
        <p:spPr>
          <a:xfrm>
            <a:off x="1433543" y="1383126"/>
            <a:ext cx="3289886" cy="2045874"/>
          </a:xfrm>
        </p:spPr>
        <p:txBody>
          <a:bodyPr anchor="b"/>
          <a:lstStyle>
            <a:lvl1pPr algn="r">
              <a:defRPr sz="2800">
                <a:solidFill>
                  <a:schemeClr val="tx1"/>
                </a:solidFill>
              </a:defRPr>
            </a:lvl1pPr>
          </a:lstStyle>
          <a:p>
            <a:r>
              <a:rPr lang="en-US" dirty="0"/>
              <a:t>Click to edit Master title style</a:t>
            </a:r>
          </a:p>
        </p:txBody>
      </p:sp>
      <p:sp>
        <p:nvSpPr>
          <p:cNvPr id="3" name="Picture Placeholder 2">
            <a:extLst>
              <a:ext uri="{FF2B5EF4-FFF2-40B4-BE49-F238E27FC236}">
                <a16:creationId xmlns:a16="http://schemas.microsoft.com/office/drawing/2014/main" id="{79A8D794-C670-4569-93D9-0FF8B35AA7AE}"/>
              </a:ext>
            </a:extLst>
          </p:cNvPr>
          <p:cNvSpPr>
            <a:spLocks noGrp="1" noChangeAspect="1"/>
          </p:cNvSpPr>
          <p:nvPr>
            <p:ph type="pic" idx="1"/>
          </p:nvPr>
        </p:nvSpPr>
        <p:spPr>
          <a:xfrm>
            <a:off x="5334001" y="762000"/>
            <a:ext cx="5333999" cy="5334000"/>
          </a:xfrm>
        </p:spPr>
        <p:txBody>
          <a:bodyPr anchor="t"/>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92486F6-AE67-4B34-B8E2-0B7576DC2E3A}"/>
              </a:ext>
            </a:extLst>
          </p:cNvPr>
          <p:cNvSpPr>
            <a:spLocks noGrp="1"/>
          </p:cNvSpPr>
          <p:nvPr>
            <p:ph type="body" sz="half" idx="2"/>
          </p:nvPr>
        </p:nvSpPr>
        <p:spPr>
          <a:xfrm>
            <a:off x="1433544" y="3649682"/>
            <a:ext cx="3243292" cy="1684317"/>
          </a:xfrm>
        </p:spPr>
        <p:txBody>
          <a:bodyPr/>
          <a:lstStyle>
            <a:lvl1pPr marL="0" indent="0" algn="r">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198B11C-BB63-49A6-B488-29D4FBF8E107}"/>
              </a:ext>
            </a:extLst>
          </p:cNvPr>
          <p:cNvSpPr>
            <a:spLocks noGrp="1"/>
          </p:cNvSpPr>
          <p:nvPr>
            <p:ph type="dt" sz="half" idx="10"/>
          </p:nvPr>
        </p:nvSpPr>
        <p:spPr/>
        <p:txBody>
          <a:bodyPr/>
          <a:lstStyle/>
          <a:p>
            <a:fld id="{F04B3CEF-64EF-4C43-9530-8E9CBFD2CAD1}" type="datetimeFigureOut">
              <a:rPr lang="en-US" dirty="0"/>
              <a:t>9/19/2025</a:t>
            </a:fld>
            <a:endParaRPr lang="en-US" dirty="0"/>
          </a:p>
        </p:txBody>
      </p:sp>
      <p:sp>
        <p:nvSpPr>
          <p:cNvPr id="6" name="Footer Placeholder 5">
            <a:extLst>
              <a:ext uri="{FF2B5EF4-FFF2-40B4-BE49-F238E27FC236}">
                <a16:creationId xmlns:a16="http://schemas.microsoft.com/office/drawing/2014/main" id="{324B9166-6D36-4F0A-9ADD-33D49A0C3A57}"/>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6FB22B8F-7760-41B3-9053-DD90255B9EEE}"/>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4639916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8A5DE-E5C6-4DB9-AD28-8F1EAC6F5513}"/>
              </a:ext>
            </a:extLst>
          </p:cNvPr>
          <p:cNvSpPr>
            <a:spLocks noGrp="1"/>
          </p:cNvSpPr>
          <p:nvPr>
            <p:ph type="title"/>
          </p:nvPr>
        </p:nvSpPr>
        <p:spPr/>
        <p:txBody>
          <a:bodyPr/>
          <a:lstStyle>
            <a:lvl1pPr>
              <a:defRPr>
                <a:solidFill>
                  <a:schemeClr val="tx1"/>
                </a:solidFill>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4363E08E-9B2D-4740-9AC6-D5E1CFB95FC6}"/>
              </a:ext>
            </a:extLst>
          </p:cNvPr>
          <p:cNvSpPr>
            <a:spLocks noGrp="1"/>
          </p:cNvSpPr>
          <p:nvPr>
            <p:ph type="body" orient="vert" idx="1"/>
          </p:nvPr>
        </p:nvSpPr>
        <p:spPr>
          <a:xfrm>
            <a:off x="1429566" y="2229957"/>
            <a:ext cx="9238434" cy="3866043"/>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E4E3736-E8AA-4F58-9D3A-27050B287F9D}"/>
              </a:ext>
            </a:extLst>
          </p:cNvPr>
          <p:cNvSpPr>
            <a:spLocks noGrp="1"/>
          </p:cNvSpPr>
          <p:nvPr>
            <p:ph type="dt" sz="half" idx="10"/>
          </p:nvPr>
        </p:nvSpPr>
        <p:spPr/>
        <p:txBody>
          <a:bodyPr/>
          <a:lstStyle/>
          <a:p>
            <a:fld id="{2A1F5BA7-0A17-4D30-9B66-E29324151C73}" type="datetimeFigureOut">
              <a:rPr lang="en-US" dirty="0"/>
              <a:t>9/19/2025</a:t>
            </a:fld>
            <a:endParaRPr lang="en-US" dirty="0"/>
          </a:p>
        </p:txBody>
      </p:sp>
      <p:sp>
        <p:nvSpPr>
          <p:cNvPr id="5" name="Footer Placeholder 4">
            <a:extLst>
              <a:ext uri="{FF2B5EF4-FFF2-40B4-BE49-F238E27FC236}">
                <a16:creationId xmlns:a16="http://schemas.microsoft.com/office/drawing/2014/main" id="{1DE95E84-15BC-478B-9DAB-15025867BB9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63E9D98F-E0A8-4254-A957-7F17811D017E}"/>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4104282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DE70F5-2276-4F91-9FC2-8DA4B528814A}"/>
              </a:ext>
            </a:extLst>
          </p:cNvPr>
          <p:cNvSpPr>
            <a:spLocks noGrp="1"/>
          </p:cNvSpPr>
          <p:nvPr>
            <p:ph type="title" orient="vert"/>
          </p:nvPr>
        </p:nvSpPr>
        <p:spPr>
          <a:xfrm>
            <a:off x="9144000" y="1467699"/>
            <a:ext cx="1758461" cy="4628301"/>
          </a:xfrm>
        </p:spPr>
        <p:txBody>
          <a:bodyPr vert="eaVert"/>
          <a:lstStyle>
            <a:lvl1pPr>
              <a:defRPr>
                <a:solidFill>
                  <a:schemeClr val="tx1"/>
                </a:solidFill>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D21856C5-C2FD-45E4-A631-AC06B5495BEA}"/>
              </a:ext>
            </a:extLst>
          </p:cNvPr>
          <p:cNvSpPr>
            <a:spLocks noGrp="1"/>
          </p:cNvSpPr>
          <p:nvPr>
            <p:ph type="body" orient="vert" idx="1"/>
          </p:nvPr>
        </p:nvSpPr>
        <p:spPr>
          <a:xfrm>
            <a:off x="1182312" y="1467699"/>
            <a:ext cx="7839379" cy="4628301"/>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EE336EA-B6DD-4115-9C67-79A24C866ED4}"/>
              </a:ext>
            </a:extLst>
          </p:cNvPr>
          <p:cNvSpPr>
            <a:spLocks noGrp="1"/>
          </p:cNvSpPr>
          <p:nvPr>
            <p:ph type="dt" sz="half" idx="10"/>
          </p:nvPr>
        </p:nvSpPr>
        <p:spPr/>
        <p:txBody>
          <a:bodyPr/>
          <a:lstStyle/>
          <a:p>
            <a:fld id="{76BEBB1B-D40A-4DB9-B3DE-BAAE675B83CD}" type="datetimeFigureOut">
              <a:rPr lang="en-US" dirty="0"/>
              <a:t>9/19/2025</a:t>
            </a:fld>
            <a:endParaRPr lang="en-US" dirty="0"/>
          </a:p>
        </p:txBody>
      </p:sp>
      <p:sp>
        <p:nvSpPr>
          <p:cNvPr id="5" name="Footer Placeholder 4">
            <a:extLst>
              <a:ext uri="{FF2B5EF4-FFF2-40B4-BE49-F238E27FC236}">
                <a16:creationId xmlns:a16="http://schemas.microsoft.com/office/drawing/2014/main" id="{C2EA668B-1DAB-449C-9BA4-7B1572A22BA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E8C6567E-119D-4C98-93FF-73A332803A13}"/>
              </a:ext>
            </a:extLst>
          </p:cNvPr>
          <p:cNvSpPr>
            <a:spLocks noGrp="1"/>
          </p:cNvSpPr>
          <p:nvPr>
            <p:ph type="sldNum" sz="quarter" idx="12"/>
          </p:nvPr>
        </p:nvSpPr>
        <p:spPr/>
        <p:txBody>
          <a:bodyPr/>
          <a:lstStyle/>
          <a:p>
            <a:fld id="{196A61CA-0502-4EE4-9724-96EA822543E5}" type="slidenum">
              <a:rPr lang="en-US" dirty="0"/>
              <a:t>‹#›</a:t>
            </a:fld>
            <a:endParaRPr lang="en-US" dirty="0"/>
          </a:p>
        </p:txBody>
      </p:sp>
    </p:spTree>
    <p:extLst>
      <p:ext uri="{BB962C8B-B14F-4D97-AF65-F5344CB8AC3E}">
        <p14:creationId xmlns:p14="http://schemas.microsoft.com/office/powerpoint/2010/main" val="3525510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84152A-7FE0-4708-B7C1-DBEC8F133766}"/>
              </a:ext>
            </a:extLst>
          </p:cNvPr>
          <p:cNvSpPr>
            <a:spLocks noGrp="1"/>
          </p:cNvSpPr>
          <p:nvPr>
            <p:ph type="title"/>
          </p:nvPr>
        </p:nvSpPr>
        <p:spPr>
          <a:xfrm>
            <a:off x="1429566" y="1041621"/>
            <a:ext cx="9238434" cy="861383"/>
          </a:xfrm>
          <a:prstGeom prst="rect">
            <a:avLst/>
          </a:prstGeom>
        </p:spPr>
        <p:txBody>
          <a:bodyPr vert="horz" lIns="91440" tIns="45720" rIns="91440" bIns="45720" rtlCol="0" anchor="b">
            <a:noAutofit/>
          </a:bodyPr>
          <a:lstStyle/>
          <a:p>
            <a:r>
              <a:rPr lang="en-US" dirty="0"/>
              <a:t>Click to edit Master title style</a:t>
            </a:r>
          </a:p>
        </p:txBody>
      </p:sp>
      <p:sp>
        <p:nvSpPr>
          <p:cNvPr id="3" name="Text Placeholder 2">
            <a:extLst>
              <a:ext uri="{FF2B5EF4-FFF2-40B4-BE49-F238E27FC236}">
                <a16:creationId xmlns:a16="http://schemas.microsoft.com/office/drawing/2014/main" id="{B911AB53-BAF9-439D-9451-47193CF2FF8E}"/>
              </a:ext>
            </a:extLst>
          </p:cNvPr>
          <p:cNvSpPr>
            <a:spLocks noGrp="1"/>
          </p:cNvSpPr>
          <p:nvPr>
            <p:ph type="body" idx="1"/>
          </p:nvPr>
        </p:nvSpPr>
        <p:spPr>
          <a:xfrm>
            <a:off x="1429566" y="2285999"/>
            <a:ext cx="9238434" cy="381000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FB96D9F-562A-496F-A530-A561994DC5EF}"/>
              </a:ext>
            </a:extLst>
          </p:cNvPr>
          <p:cNvSpPr>
            <a:spLocks noGrp="1"/>
          </p:cNvSpPr>
          <p:nvPr>
            <p:ph type="dt" sz="half" idx="2"/>
          </p:nvPr>
        </p:nvSpPr>
        <p:spPr>
          <a:xfrm rot="5400000">
            <a:off x="10471087" y="4891318"/>
            <a:ext cx="2673295" cy="365125"/>
          </a:xfrm>
          <a:prstGeom prst="rect">
            <a:avLst/>
          </a:prstGeom>
        </p:spPr>
        <p:txBody>
          <a:bodyPr vert="horz" lIns="91440" tIns="45720" rIns="91440" bIns="45720" rtlCol="0" anchor="ctr"/>
          <a:lstStyle>
            <a:lvl1pPr algn="l">
              <a:defRPr sz="700" b="1" cap="all" spc="300" baseline="0">
                <a:solidFill>
                  <a:schemeClr val="tx1"/>
                </a:solidFill>
              </a:defRPr>
            </a:lvl1pPr>
          </a:lstStyle>
          <a:p>
            <a:fld id="{B70A3DFD-A535-46B2-84C1-61DC8B16A904}" type="datetimeFigureOut">
              <a:rPr lang="en-US" dirty="0"/>
              <a:t>9/19/2025</a:t>
            </a:fld>
            <a:endParaRPr lang="en-US" dirty="0"/>
          </a:p>
        </p:txBody>
      </p:sp>
      <p:sp>
        <p:nvSpPr>
          <p:cNvPr id="5" name="Footer Placeholder 4">
            <a:extLst>
              <a:ext uri="{FF2B5EF4-FFF2-40B4-BE49-F238E27FC236}">
                <a16:creationId xmlns:a16="http://schemas.microsoft.com/office/drawing/2014/main" id="{CC3060FE-AAC3-4FAE-9EB4-BCAE72D95670}"/>
              </a:ext>
            </a:extLst>
          </p:cNvPr>
          <p:cNvSpPr>
            <a:spLocks noGrp="1"/>
          </p:cNvSpPr>
          <p:nvPr>
            <p:ph type="ftr" sz="quarter" idx="3"/>
          </p:nvPr>
        </p:nvSpPr>
        <p:spPr>
          <a:xfrm rot="5400000">
            <a:off x="10473021" y="1609893"/>
            <a:ext cx="2669427" cy="365125"/>
          </a:xfrm>
          <a:prstGeom prst="rect">
            <a:avLst/>
          </a:prstGeom>
        </p:spPr>
        <p:txBody>
          <a:bodyPr vert="horz" lIns="91440" tIns="45720" rIns="91440" bIns="45720" rtlCol="0" anchor="ctr"/>
          <a:lstStyle>
            <a:lvl1pPr algn="r">
              <a:defRPr sz="700" b="1" cap="all" spc="300" baseline="0">
                <a:solidFill>
                  <a:schemeClr val="tx1"/>
                </a:solidFill>
              </a:defRPr>
            </a:lvl1pPr>
          </a:lstStyle>
          <a:p>
            <a:r>
              <a:rPr lang="en-US" dirty="0"/>
              <a:t>
              </a:t>
            </a:r>
          </a:p>
        </p:txBody>
      </p:sp>
      <p:sp>
        <p:nvSpPr>
          <p:cNvPr id="6" name="Slide Number Placeholder 5">
            <a:extLst>
              <a:ext uri="{FF2B5EF4-FFF2-40B4-BE49-F238E27FC236}">
                <a16:creationId xmlns:a16="http://schemas.microsoft.com/office/drawing/2014/main" id="{4777EDB2-8F31-42FA-B253-62D241466385}"/>
              </a:ext>
            </a:extLst>
          </p:cNvPr>
          <p:cNvSpPr>
            <a:spLocks noGrp="1"/>
          </p:cNvSpPr>
          <p:nvPr>
            <p:ph type="sldNum" sz="quarter" idx="4"/>
          </p:nvPr>
        </p:nvSpPr>
        <p:spPr>
          <a:xfrm>
            <a:off x="11492908" y="3219853"/>
            <a:ext cx="629653" cy="429830"/>
          </a:xfrm>
          <a:prstGeom prst="rect">
            <a:avLst/>
          </a:prstGeom>
        </p:spPr>
        <p:txBody>
          <a:bodyPr vert="horz" lIns="91440" tIns="45720" rIns="91440" bIns="45720" rtlCol="0" anchor="ctr"/>
          <a:lstStyle>
            <a:lvl1pPr algn="ctr">
              <a:defRPr sz="1600" b="1">
                <a:solidFill>
                  <a:schemeClr val="tx1">
                    <a:tint val="75000"/>
                  </a:schemeClr>
                </a:solidFill>
                <a:latin typeface="+mj-lt"/>
              </a:defRPr>
            </a:lvl1pPr>
          </a:lstStyle>
          <a:p>
            <a:fld id="{196A61CA-0502-4EE4-9724-96EA822543E5}" type="slidenum">
              <a:rPr lang="en-US" dirty="0"/>
              <a:t>‹#›</a:t>
            </a:fld>
            <a:endParaRPr lang="en-US" dirty="0"/>
          </a:p>
        </p:txBody>
      </p:sp>
    </p:spTree>
    <p:extLst>
      <p:ext uri="{BB962C8B-B14F-4D97-AF65-F5344CB8AC3E}">
        <p14:creationId xmlns:p14="http://schemas.microsoft.com/office/powerpoint/2010/main" val="763360387"/>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p:txStyles>
    <p:title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p:titleStyle>
    <p:bodyStyle>
      <a:lvl1pPr marL="274320" indent="-274320" algn="l" defTabSz="914400" rtl="0" eaLnBrk="1" latinLnBrk="0" hangingPunct="1">
        <a:lnSpc>
          <a:spcPct val="130000"/>
        </a:lnSpc>
        <a:spcBef>
          <a:spcPts val="1000"/>
        </a:spcBef>
        <a:buSzPct val="85000"/>
        <a:buFont typeface="Arial" panose="020B0604020202020204" pitchFamily="34" charset="0"/>
        <a:buChar char="•"/>
        <a:defRPr sz="1800" kern="1200">
          <a:solidFill>
            <a:schemeClr val="tx1"/>
          </a:solidFill>
          <a:latin typeface="+mn-lt"/>
          <a:ea typeface="+mn-ea"/>
          <a:cs typeface="+mn-cs"/>
        </a:defRPr>
      </a:lvl1pPr>
      <a:lvl2pPr marL="274320" indent="0" algn="l" defTabSz="914400" rtl="0" eaLnBrk="1" latinLnBrk="0" hangingPunct="1">
        <a:lnSpc>
          <a:spcPct val="130000"/>
        </a:lnSpc>
        <a:spcBef>
          <a:spcPts val="500"/>
        </a:spcBef>
        <a:buSzPct val="85000"/>
        <a:buFontTx/>
        <a:buNone/>
        <a:defRPr sz="1600" b="1" kern="1200">
          <a:solidFill>
            <a:schemeClr val="tx1"/>
          </a:solidFill>
          <a:latin typeface="+mn-lt"/>
          <a:ea typeface="+mn-ea"/>
          <a:cs typeface="+mn-cs"/>
        </a:defRPr>
      </a:lvl2pPr>
      <a:lvl3pPr marL="457200" indent="-182880" algn="l" defTabSz="914400" rtl="0" eaLnBrk="1" latinLnBrk="0" hangingPunct="1">
        <a:lnSpc>
          <a:spcPct val="130000"/>
        </a:lnSpc>
        <a:spcBef>
          <a:spcPts val="500"/>
        </a:spcBef>
        <a:buSzPct val="85000"/>
        <a:buFont typeface="Arial" panose="020B0604020202020204" pitchFamily="34" charset="0"/>
        <a:buChar char="•"/>
        <a:defRPr sz="1400" kern="1200">
          <a:solidFill>
            <a:schemeClr val="tx1"/>
          </a:solidFill>
          <a:latin typeface="+mn-lt"/>
          <a:ea typeface="+mn-ea"/>
          <a:cs typeface="+mn-cs"/>
        </a:defRPr>
      </a:lvl3pPr>
      <a:lvl4pPr marL="466344" indent="0" algn="l" defTabSz="914400" rtl="0" eaLnBrk="1" latinLnBrk="0" hangingPunct="1">
        <a:lnSpc>
          <a:spcPct val="130000"/>
        </a:lnSpc>
        <a:spcBef>
          <a:spcPts val="500"/>
        </a:spcBef>
        <a:buSzPct val="85000"/>
        <a:buFontTx/>
        <a:buNone/>
        <a:defRPr sz="1200" b="1" kern="1200">
          <a:solidFill>
            <a:schemeClr val="tx1"/>
          </a:solidFill>
          <a:latin typeface="+mn-lt"/>
          <a:ea typeface="+mn-ea"/>
          <a:cs typeface="+mn-cs"/>
        </a:defRPr>
      </a:lvl4pPr>
      <a:lvl5pPr marL="640080" indent="-182880" algn="l" defTabSz="914400" rtl="0" eaLnBrk="1" latinLnBrk="0" hangingPunct="1">
        <a:lnSpc>
          <a:spcPct val="130000"/>
        </a:lnSpc>
        <a:spcBef>
          <a:spcPts val="500"/>
        </a:spcBef>
        <a:buSzPct val="85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p15:clr>
            <a:srgbClr val="F26B43"/>
          </p15:clr>
        </p15:guide>
        <p15:guide id="2" pos="3840">
          <p15:clr>
            <a:srgbClr val="F26B43"/>
          </p15:clr>
        </p15:guide>
        <p15:guide id="3" pos="7200">
          <p15:clr>
            <a:srgbClr val="F26B43"/>
          </p15:clr>
        </p15:guide>
        <p15:guide id="4" pos="6720">
          <p15:clr>
            <a:srgbClr val="F26B43"/>
          </p15:clr>
        </p15:guide>
        <p15:guide id="16" pos="480">
          <p15:clr>
            <a:srgbClr val="F26B43"/>
          </p15:clr>
        </p15:guide>
        <p15:guide id="23" orient="horz"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weljii.com/blog/lactose-intolerance/" TargetMode="External"/><Relationship Id="rId2" Type="http://schemas.openxmlformats.org/officeDocument/2006/relationships/hyperlink" Target="https://www.gettyimages.in/photos/amul-milk" TargetMode="External"/><Relationship Id="rId1" Type="http://schemas.openxmlformats.org/officeDocument/2006/relationships/slideLayout" Target="../slideLayouts/slideLayout2.xml"/><Relationship Id="rId5" Type="http://schemas.openxmlformats.org/officeDocument/2006/relationships/hyperlink" Target="https://www.google.com/?zx=1758350352768&amp;no_sw_cr=1" TargetMode="External"/><Relationship Id="rId4" Type="http://schemas.openxmlformats.org/officeDocument/2006/relationships/hyperlink" Target="https://www.britannica.com/science/enzym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t="-3000" b="-3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86278" y="3431332"/>
            <a:ext cx="10790902" cy="2387600"/>
          </a:xfrm>
        </p:spPr>
        <p:txBody>
          <a:bodyPr>
            <a:normAutofit fontScale="90000"/>
          </a:bodyPr>
          <a:lstStyle/>
          <a:p>
            <a:pPr algn="ctr"/>
            <a:r>
              <a:rPr lang="en-US" sz="4800" b="1" cap="all" dirty="0">
                <a:solidFill>
                  <a:srgbClr val="FFFFFF"/>
                </a:solidFill>
                <a:latin typeface="Book Antiqua"/>
              </a:rPr>
              <a:t>ENZYMATIC PROCESSES IN INDUSTRIAL PRODUCTION AND ITS APPLICATION</a:t>
            </a:r>
            <a:br>
              <a:rPr lang="en-US" sz="4800" b="1" cap="all" dirty="0">
                <a:latin typeface="Book Antiqua"/>
              </a:rPr>
            </a:br>
            <a:br>
              <a:rPr lang="en-US" sz="4800" b="1" cap="all" dirty="0">
                <a:latin typeface="Book Antiqua"/>
              </a:rPr>
            </a:br>
            <a:r>
              <a:rPr lang="en-US" sz="4300" cap="all" dirty="0">
                <a:solidFill>
                  <a:srgbClr val="FFFFFF"/>
                </a:solidFill>
                <a:latin typeface="Helvetica"/>
                <a:cs typeface="Helvetica"/>
              </a:rPr>
              <a:t>ENZYME: LACTASE</a:t>
            </a:r>
            <a:endParaRPr lang="en-US" sz="4800" b="1" cap="all" dirty="0">
              <a:solidFill>
                <a:srgbClr val="FFFFFF"/>
              </a:solidFill>
              <a:latin typeface="Book Antiqua"/>
            </a:endParaRPr>
          </a:p>
        </p:txBody>
      </p:sp>
      <p:sp>
        <p:nvSpPr>
          <p:cNvPr id="3" name="Subtitle 2"/>
          <p:cNvSpPr>
            <a:spLocks noGrp="1"/>
          </p:cNvSpPr>
          <p:nvPr>
            <p:ph type="subTitle" idx="1"/>
          </p:nvPr>
        </p:nvSpPr>
        <p:spPr>
          <a:xfrm>
            <a:off x="0" y="4890080"/>
            <a:ext cx="9144000" cy="1655762"/>
          </a:xfrm>
        </p:spPr>
        <p:txBody>
          <a:bodyPr vert="horz" lIns="91440" tIns="45720" rIns="91440" bIns="45720" rtlCol="0" anchor="t">
            <a:normAutofit fontScale="92500" lnSpcReduction="20000"/>
          </a:bodyPr>
          <a:lstStyle/>
          <a:p>
            <a:pPr algn="l"/>
            <a:r>
              <a:rPr lang="en-US" b="1" dirty="0">
                <a:solidFill>
                  <a:srgbClr val="FFFFFF"/>
                </a:solidFill>
                <a:latin typeface="Trade Gothic Next Light"/>
                <a:cs typeface="Helvetica"/>
              </a:rPr>
              <a:t>Name-Rudraksh </a:t>
            </a:r>
            <a:r>
              <a:rPr lang="en-US" b="1" dirty="0" err="1">
                <a:solidFill>
                  <a:srgbClr val="FFFFFF"/>
                </a:solidFill>
                <a:latin typeface="Trade Gothic Next Light"/>
                <a:cs typeface="Helvetica"/>
              </a:rPr>
              <a:t>Sahane</a:t>
            </a:r>
            <a:endParaRPr lang="en-US" b="1" dirty="0">
              <a:solidFill>
                <a:srgbClr val="FFFFFF"/>
              </a:solidFill>
              <a:latin typeface="Trade Gothic Next Light"/>
              <a:cs typeface="Helvetica"/>
            </a:endParaRPr>
          </a:p>
          <a:p>
            <a:pPr algn="l"/>
            <a:r>
              <a:rPr lang="en-US" b="1" dirty="0">
                <a:solidFill>
                  <a:srgbClr val="FFFFFF"/>
                </a:solidFill>
                <a:latin typeface="Trade Gothic Next Light"/>
                <a:cs typeface="Helvetica"/>
              </a:rPr>
              <a:t>Rol no-02</a:t>
            </a:r>
          </a:p>
          <a:p>
            <a:pPr algn="l"/>
            <a:r>
              <a:rPr lang="en-US" b="1" dirty="0">
                <a:solidFill>
                  <a:srgbClr val="FFFFFF"/>
                </a:solidFill>
                <a:latin typeface="Trade Gothic Next Light"/>
                <a:cs typeface="Helvetica"/>
              </a:rPr>
              <a:t>Div –D</a:t>
            </a:r>
          </a:p>
          <a:p>
            <a:pPr algn="l"/>
            <a:r>
              <a:rPr lang="en-US" b="1" dirty="0">
                <a:solidFill>
                  <a:srgbClr val="FFFFFF"/>
                </a:solidFill>
                <a:latin typeface="Trade Gothic Next Light"/>
                <a:cs typeface="Helvetica"/>
              </a:rPr>
              <a:t>Branch-computer</a:t>
            </a:r>
            <a:r>
              <a:rPr lang="en-US" b="1" dirty="0">
                <a:solidFill>
                  <a:srgbClr val="FFFFFF"/>
                </a:solidFill>
              </a:rPr>
              <a:t> </a:t>
            </a:r>
            <a:r>
              <a:rPr lang="en-US" b="1" dirty="0">
                <a:solidFill>
                  <a:srgbClr val="FFFFFF"/>
                </a:solidFill>
                <a:latin typeface="Aptos"/>
              </a:rPr>
              <a:t>engineering</a:t>
            </a:r>
          </a:p>
          <a:p>
            <a:endParaRPr lang="en-US" dirty="0">
              <a:solidFill>
                <a:srgbClr val="FFFFFF"/>
              </a:solidFill>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0141C-371A-D04A-498C-EC85A6626423}"/>
              </a:ext>
            </a:extLst>
          </p:cNvPr>
          <p:cNvSpPr>
            <a:spLocks noGrp="1"/>
          </p:cNvSpPr>
          <p:nvPr>
            <p:ph type="title"/>
          </p:nvPr>
        </p:nvSpPr>
        <p:spPr>
          <a:xfrm>
            <a:off x="630935" y="4018137"/>
            <a:ext cx="5071221" cy="2129586"/>
          </a:xfrm>
          <a:noFill/>
        </p:spPr>
        <p:txBody>
          <a:bodyPr anchor="t">
            <a:normAutofit/>
          </a:bodyPr>
          <a:lstStyle/>
          <a:p>
            <a:r>
              <a:rPr lang="en-US" sz="4800" dirty="0"/>
              <a:t>What's lactase </a:t>
            </a:r>
          </a:p>
        </p:txBody>
      </p:sp>
      <p:sp>
        <p:nvSpPr>
          <p:cNvPr id="3" name="Content Placeholder 2">
            <a:extLst>
              <a:ext uri="{FF2B5EF4-FFF2-40B4-BE49-F238E27FC236}">
                <a16:creationId xmlns:a16="http://schemas.microsoft.com/office/drawing/2014/main" id="{BEE2326C-F126-675A-C71A-6EE1ECDC7754}"/>
              </a:ext>
            </a:extLst>
          </p:cNvPr>
          <p:cNvSpPr>
            <a:spLocks noGrp="1"/>
          </p:cNvSpPr>
          <p:nvPr>
            <p:ph idx="1"/>
          </p:nvPr>
        </p:nvSpPr>
        <p:spPr>
          <a:xfrm>
            <a:off x="5884912" y="3826271"/>
            <a:ext cx="5504723" cy="2721443"/>
          </a:xfrm>
          <a:noFill/>
        </p:spPr>
        <p:txBody>
          <a:bodyPr vert="horz" lIns="91440" tIns="45720" rIns="91440" bIns="45720" rtlCol="0" anchor="t">
            <a:normAutofit fontScale="92500" lnSpcReduction="20000"/>
          </a:bodyPr>
          <a:lstStyle/>
          <a:p>
            <a:pPr>
              <a:buFont typeface="Wingdings" panose="020B0604020202020204" pitchFamily="34" charset="0"/>
              <a:buChar char="Ø"/>
            </a:pPr>
            <a:r>
              <a:rPr lang="en-US" sz="1600" dirty="0">
                <a:ea typeface="+mn-lt"/>
                <a:cs typeface="+mn-lt"/>
              </a:rPr>
              <a:t>Lactase, enzyme found in the small intestine of mammals that catalyzes the breakdown of lactose (milk sugar) which is disaccharide into simple sugar’s glucose and galactose.</a:t>
            </a:r>
            <a:endParaRPr lang="en-US" sz="1600"/>
          </a:p>
          <a:p>
            <a:pPr>
              <a:buFont typeface="Wingdings" panose="020B0604020202020204" pitchFamily="34" charset="0"/>
              <a:buChar char="Ø"/>
            </a:pPr>
            <a:endParaRPr lang="en-US" sz="1600" dirty="0">
              <a:ea typeface="+mn-lt"/>
              <a:cs typeface="+mn-lt"/>
            </a:endParaRPr>
          </a:p>
          <a:p>
            <a:pPr>
              <a:buFont typeface="Wingdings" panose="020B0604020202020204" pitchFamily="34" charset="0"/>
              <a:buChar char="Ø"/>
            </a:pPr>
            <a:r>
              <a:rPr lang="en-US" sz="1600" dirty="0">
                <a:ea typeface="+mn-lt"/>
                <a:cs typeface="+mn-lt"/>
              </a:rPr>
              <a:t>Lactase supplements can be used to treat lactose intolerance.</a:t>
            </a:r>
            <a:endParaRPr lang="en-US" sz="1600"/>
          </a:p>
          <a:p>
            <a:pPr>
              <a:buFont typeface="Wingdings" panose="020B0604020202020204" pitchFamily="34" charset="0"/>
              <a:buChar char="Ø"/>
            </a:pPr>
            <a:endParaRPr lang="en-US" sz="1600" dirty="0">
              <a:ea typeface="+mn-lt"/>
              <a:cs typeface="+mn-lt"/>
            </a:endParaRPr>
          </a:p>
          <a:p>
            <a:pPr>
              <a:buFont typeface="Wingdings" panose="020B0604020202020204" pitchFamily="34" charset="0"/>
              <a:buChar char="Ø"/>
            </a:pPr>
            <a:r>
              <a:rPr lang="en-US" sz="1600" dirty="0">
                <a:ea typeface="+mn-lt"/>
                <a:cs typeface="+mn-lt"/>
              </a:rPr>
              <a:t>Lactase is added to dairy, thereby hydrolyzing the lactose in it, leaving it slightly sweet but digestible by everyone</a:t>
            </a:r>
            <a:endParaRPr lang="en-US" sz="1600"/>
          </a:p>
          <a:p>
            <a:pPr>
              <a:buFont typeface="Wingdings" panose="020B0604020202020204" pitchFamily="34" charset="0"/>
              <a:buChar char="Ø"/>
            </a:pPr>
            <a:endParaRPr lang="en-US" sz="1500" dirty="0"/>
          </a:p>
          <a:p>
            <a:pPr>
              <a:buFont typeface="Wingdings" panose="020B0604020202020204" pitchFamily="34" charset="0"/>
              <a:buChar char="Ø"/>
            </a:pPr>
            <a:endParaRPr lang="en-US" sz="1500" dirty="0"/>
          </a:p>
          <a:p>
            <a:pPr>
              <a:buFont typeface="Wingdings" panose="020B0604020202020204" pitchFamily="34" charset="0"/>
              <a:buChar char="Ø"/>
            </a:pPr>
            <a:endParaRPr lang="en-US" sz="1500" dirty="0"/>
          </a:p>
        </p:txBody>
      </p:sp>
      <p:pic>
        <p:nvPicPr>
          <p:cNvPr id="4" name="Picture 3" descr="Lactase Persistence Cell Biology - EvoEd : EvoEd">
            <a:extLst>
              <a:ext uri="{FF2B5EF4-FFF2-40B4-BE49-F238E27FC236}">
                <a16:creationId xmlns:a16="http://schemas.microsoft.com/office/drawing/2014/main" id="{F2163B72-7E33-160E-DA1A-DA443BA7A788}"/>
              </a:ext>
            </a:extLst>
          </p:cNvPr>
          <p:cNvPicPr>
            <a:picLocks noChangeAspect="1"/>
          </p:cNvPicPr>
          <p:nvPr/>
        </p:nvPicPr>
        <p:blipFill>
          <a:blip r:embed="rId2"/>
          <a:stretch>
            <a:fillRect/>
          </a:stretch>
        </p:blipFill>
        <p:spPr>
          <a:xfrm>
            <a:off x="1054444" y="314459"/>
            <a:ext cx="9937711" cy="3265248"/>
          </a:xfrm>
          <a:prstGeom prst="rect">
            <a:avLst/>
          </a:prstGeom>
        </p:spPr>
      </p:pic>
    </p:spTree>
    <p:extLst>
      <p:ext uri="{BB962C8B-B14F-4D97-AF65-F5344CB8AC3E}">
        <p14:creationId xmlns:p14="http://schemas.microsoft.com/office/powerpoint/2010/main" val="3645584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Lactose Intolerance: Causes, Symptoms &amp; Treatment Tips">
            <a:extLst>
              <a:ext uri="{FF2B5EF4-FFF2-40B4-BE49-F238E27FC236}">
                <a16:creationId xmlns:a16="http://schemas.microsoft.com/office/drawing/2014/main" id="{6D05D066-4800-5242-44C8-BC539B882054}"/>
              </a:ext>
            </a:extLst>
          </p:cNvPr>
          <p:cNvPicPr>
            <a:picLocks noChangeAspect="1"/>
          </p:cNvPicPr>
          <p:nvPr/>
        </p:nvPicPr>
        <p:blipFill>
          <a:blip r:embed="rId2">
            <a:alphaModFix amt="60000"/>
          </a:blip>
          <a:srcRect b="6250"/>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037611B2-80C3-49B7-98CC-F23D80EC1AA0}"/>
              </a:ext>
            </a:extLst>
          </p:cNvPr>
          <p:cNvSpPr>
            <a:spLocks noGrp="1"/>
          </p:cNvSpPr>
          <p:nvPr>
            <p:ph type="title"/>
          </p:nvPr>
        </p:nvSpPr>
        <p:spPr>
          <a:xfrm>
            <a:off x="838199" y="1671570"/>
            <a:ext cx="5155261" cy="4072044"/>
          </a:xfrm>
        </p:spPr>
        <p:txBody>
          <a:bodyPr anchor="t">
            <a:normAutofit/>
          </a:bodyPr>
          <a:lstStyle/>
          <a:p>
            <a:r>
              <a:rPr lang="en-US">
                <a:solidFill>
                  <a:srgbClr val="FFFFFF"/>
                </a:solidFill>
                <a:latin typeface="Helvetica"/>
                <a:cs typeface="Helvetica"/>
              </a:rPr>
              <a:t>The Challenge: Lactose Intolerance</a:t>
            </a:r>
            <a:endParaRPr lang="en-US">
              <a:solidFill>
                <a:srgbClr val="FFFFFF"/>
              </a:solidFill>
            </a:endParaRPr>
          </a:p>
          <a:p>
            <a:endParaRPr lang="en-US">
              <a:solidFill>
                <a:srgbClr val="FFFFFF"/>
              </a:solidFill>
            </a:endParaRPr>
          </a:p>
        </p:txBody>
      </p:sp>
      <p:sp>
        <p:nvSpPr>
          <p:cNvPr id="3" name="Content Placeholder 2">
            <a:extLst>
              <a:ext uri="{FF2B5EF4-FFF2-40B4-BE49-F238E27FC236}">
                <a16:creationId xmlns:a16="http://schemas.microsoft.com/office/drawing/2014/main" id="{22E64D30-650F-9BA7-BB3A-3E152AD8075E}"/>
              </a:ext>
            </a:extLst>
          </p:cNvPr>
          <p:cNvSpPr>
            <a:spLocks noGrp="1"/>
          </p:cNvSpPr>
          <p:nvPr>
            <p:ph idx="1"/>
          </p:nvPr>
        </p:nvSpPr>
        <p:spPr>
          <a:xfrm>
            <a:off x="6185986" y="1671566"/>
            <a:ext cx="5170861" cy="4072043"/>
          </a:xfrm>
        </p:spPr>
        <p:txBody>
          <a:bodyPr vert="horz" lIns="91440" tIns="45720" rIns="91440" bIns="45720" rtlCol="0">
            <a:normAutofit/>
          </a:bodyPr>
          <a:lstStyle/>
          <a:p>
            <a:endParaRPr lang="en-US" sz="1700" b="1">
              <a:solidFill>
                <a:srgbClr val="FFFFFF"/>
              </a:solidFill>
              <a:latin typeface="Aptos"/>
              <a:cs typeface="Helvetica"/>
            </a:endParaRPr>
          </a:p>
          <a:p>
            <a:r>
              <a:rPr lang="en-US" sz="1700" b="1">
                <a:solidFill>
                  <a:srgbClr val="FFFFFF"/>
                </a:solidFill>
                <a:latin typeface="Univers Condensed"/>
                <a:cs typeface="Helvetica"/>
              </a:rPr>
              <a:t>Lactose is a disaccharide (milk sugar) naturally found in dairy products. Many people, particularly adults, have lactose intolerance, meaning their bodies produce insufficient amounts of the enzyme lactase to break down lactose. When lactose isn't broken down, it can cause digestive discomfort (bloating, gas,diarrhea). This limits dairy consumption for a significant portion of the global population.</a:t>
            </a:r>
            <a:endParaRPr lang="en-US" sz="1700" b="1">
              <a:solidFill>
                <a:srgbClr val="FFFFFF"/>
              </a:solidFill>
              <a:latin typeface="Univers Condensed"/>
            </a:endParaRPr>
          </a:p>
          <a:p>
            <a:endParaRPr lang="en-US" sz="1700">
              <a:solidFill>
                <a:srgbClr val="FFFFFF"/>
              </a:solidFill>
              <a:latin typeface="Aptos"/>
              <a:cs typeface="Helvetica"/>
            </a:endParaRPr>
          </a:p>
          <a:p>
            <a:r>
              <a:rPr lang="en-US" sz="1700" b="1">
                <a:solidFill>
                  <a:srgbClr val="FFFFFF"/>
                </a:solidFill>
                <a:latin typeface="Univers Condensed"/>
                <a:cs typeface="Helvetica"/>
              </a:rPr>
              <a:t> Symptoms can appear anywhere from half an hour to two hours after eating a food containing milk or dairy e.g. cheese, yoghurts, cream etc which include vomiting nausea etc</a:t>
            </a:r>
            <a:r>
              <a:rPr lang="en-US" sz="1700">
                <a:solidFill>
                  <a:srgbClr val="FFFFFF"/>
                </a:solidFill>
                <a:latin typeface="Univers Condensed"/>
                <a:cs typeface="Helvetica"/>
              </a:rPr>
              <a:t>.</a:t>
            </a:r>
            <a:endParaRPr lang="en-US" sz="1700">
              <a:solidFill>
                <a:srgbClr val="FFFFFF"/>
              </a:solidFill>
              <a:latin typeface="Univers Condensed"/>
            </a:endParaRPr>
          </a:p>
          <a:p>
            <a:pPr marL="0" indent="0">
              <a:buNone/>
            </a:pPr>
            <a:endParaRPr lang="en-US" sz="1700">
              <a:solidFill>
                <a:srgbClr val="FFFFFF"/>
              </a:solidFill>
              <a:cs typeface="Helvetica"/>
            </a:endParaRPr>
          </a:p>
          <a:p>
            <a:pPr marL="0" indent="0">
              <a:buNone/>
            </a:pPr>
            <a:endParaRPr lang="en-US" sz="1700">
              <a:solidFill>
                <a:srgbClr val="FFFFFF"/>
              </a:solidFill>
            </a:endParaRPr>
          </a:p>
        </p:txBody>
      </p:sp>
    </p:spTree>
    <p:extLst>
      <p:ext uri="{BB962C8B-B14F-4D97-AF65-F5344CB8AC3E}">
        <p14:creationId xmlns:p14="http://schemas.microsoft.com/office/powerpoint/2010/main" val="41193522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9C33C-AC3B-D0D3-9B65-291613077159}"/>
              </a:ext>
            </a:extLst>
          </p:cNvPr>
          <p:cNvSpPr>
            <a:spLocks noGrp="1"/>
          </p:cNvSpPr>
          <p:nvPr>
            <p:ph type="title"/>
          </p:nvPr>
        </p:nvSpPr>
        <p:spPr>
          <a:xfrm>
            <a:off x="371379" y="855381"/>
            <a:ext cx="11248816" cy="857559"/>
          </a:xfrm>
        </p:spPr>
        <p:txBody>
          <a:bodyPr/>
          <a:lstStyle/>
          <a:p>
            <a:r>
              <a:rPr lang="en-US" sz="4000" dirty="0">
                <a:latin typeface="Helvetica"/>
                <a:cs typeface="Helvetica"/>
              </a:rPr>
              <a:t>The Industrial Process Flow</a:t>
            </a:r>
            <a:endParaRPr lang="en-US" sz="4000" dirty="0"/>
          </a:p>
          <a:p>
            <a:endParaRPr lang="en-US" dirty="0"/>
          </a:p>
        </p:txBody>
      </p:sp>
      <p:sp>
        <p:nvSpPr>
          <p:cNvPr id="3" name="Content Placeholder 2">
            <a:extLst>
              <a:ext uri="{FF2B5EF4-FFF2-40B4-BE49-F238E27FC236}">
                <a16:creationId xmlns:a16="http://schemas.microsoft.com/office/drawing/2014/main" id="{D482AD7D-FC70-1D07-AAD3-E6ACEBACF5FA}"/>
              </a:ext>
            </a:extLst>
          </p:cNvPr>
          <p:cNvSpPr>
            <a:spLocks noGrp="1"/>
          </p:cNvSpPr>
          <p:nvPr>
            <p:ph idx="1"/>
          </p:nvPr>
        </p:nvSpPr>
        <p:spPr>
          <a:xfrm>
            <a:off x="270492" y="1133880"/>
            <a:ext cx="10921180" cy="4351338"/>
          </a:xfrm>
        </p:spPr>
        <p:txBody>
          <a:bodyPr vert="horz" lIns="91440" tIns="45720" rIns="91440" bIns="45720" rtlCol="0" anchor="t">
            <a:normAutofit fontScale="62500" lnSpcReduction="20000"/>
          </a:bodyPr>
          <a:lstStyle/>
          <a:p>
            <a:pPr>
              <a:buFont typeface="Wingdings" panose="020B0604020202020204" pitchFamily="34" charset="0"/>
              <a:buChar char="Ø"/>
            </a:pPr>
            <a:r>
              <a:rPr lang="en-US" sz="2600" dirty="0">
                <a:latin typeface="Helvetica"/>
                <a:cs typeface="Helvetica"/>
              </a:rPr>
              <a:t>1.Raw Milk Collection: Fresh milk is collected and standardized.</a:t>
            </a:r>
            <a:endParaRPr lang="en-US" dirty="0"/>
          </a:p>
          <a:p>
            <a:pPr>
              <a:buFont typeface="Wingdings" panose="020B0604020202020204" pitchFamily="34" charset="0"/>
              <a:buChar char="Ø"/>
            </a:pPr>
            <a:r>
              <a:rPr lang="en-US" sz="2600">
                <a:latin typeface="Helvetica"/>
                <a:cs typeface="Helvetica"/>
              </a:rPr>
              <a:t>2.Enzymatic Treatment: Lactase enzyme is added to the milk.</a:t>
            </a:r>
            <a:endParaRPr lang="en-US"/>
          </a:p>
          <a:p>
            <a:pPr>
              <a:buFont typeface="Wingdings" panose="020B0604020202020204" pitchFamily="34" charset="0"/>
              <a:buChar char="Ø"/>
            </a:pPr>
            <a:r>
              <a:rPr lang="en-US" sz="2600">
                <a:latin typeface="Helvetica"/>
                <a:cs typeface="Helvetica"/>
              </a:rPr>
              <a:t>3.Incubation: The milk is held for several hours under optimal conditions for the</a:t>
            </a:r>
            <a:endParaRPr lang="en-US"/>
          </a:p>
          <a:p>
            <a:pPr>
              <a:buFont typeface="Wingdings" panose="020B0604020202020204" pitchFamily="34" charset="0"/>
              <a:buChar char="Ø"/>
            </a:pPr>
            <a:r>
              <a:rPr lang="en-US" sz="2600">
                <a:latin typeface="Helvetica"/>
                <a:cs typeface="Helvetica"/>
              </a:rPr>
              <a:t>enzyme:</a:t>
            </a:r>
            <a:endParaRPr lang="en-US"/>
          </a:p>
          <a:p>
            <a:pPr>
              <a:buFont typeface="Wingdings" panose="020B0604020202020204" pitchFamily="34" charset="0"/>
              <a:buChar char="Ø"/>
            </a:pPr>
            <a:r>
              <a:rPr lang="en-US" sz="2600">
                <a:latin typeface="Helvetica"/>
                <a:cs typeface="Helvetica"/>
              </a:rPr>
              <a:t>• Temperature: Typically 5−8,</a:t>
            </a:r>
            <a:endParaRPr lang="en-US"/>
          </a:p>
          <a:p>
            <a:pPr>
              <a:buFont typeface="Wingdings" panose="020B0604020202020204" pitchFamily="34" charset="0"/>
              <a:buChar char="Ø"/>
            </a:pPr>
            <a:r>
              <a:rPr lang="en-US" sz="2600">
                <a:latin typeface="Helvetica"/>
                <a:cs typeface="Helvetica"/>
              </a:rPr>
              <a:t>∘ C (for batch processing in refrigeration) or</a:t>
            </a:r>
            <a:endParaRPr lang="en-US"/>
          </a:p>
          <a:p>
            <a:pPr>
              <a:buFont typeface="Wingdings" panose="020B0604020202020204" pitchFamily="34" charset="0"/>
              <a:buChar char="Ø"/>
            </a:pPr>
            <a:r>
              <a:rPr lang="en-US" sz="2600">
                <a:latin typeface="Helvetica"/>
                <a:cs typeface="Helvetica"/>
              </a:rPr>
              <a:t>35−40∘ C (for continuous flow reactors).</a:t>
            </a:r>
            <a:endParaRPr lang="en-US"/>
          </a:p>
          <a:p>
            <a:pPr>
              <a:buFont typeface="Wingdings" panose="020B0604020202020204" pitchFamily="34" charset="0"/>
              <a:buChar char="Ø"/>
            </a:pPr>
            <a:r>
              <a:rPr lang="en-US" sz="2600">
                <a:latin typeface="Helvetica"/>
                <a:cs typeface="Helvetica"/>
              </a:rPr>
              <a:t>• pH: 6.5−7.0 (naturally aligns with milk's pH).</a:t>
            </a:r>
            <a:endParaRPr lang="en-US"/>
          </a:p>
          <a:p>
            <a:pPr>
              <a:buFont typeface="Wingdings" panose="020B0604020202020204" pitchFamily="34" charset="0"/>
              <a:buChar char="Ø"/>
            </a:pPr>
            <a:r>
              <a:rPr lang="en-US" sz="2600">
                <a:latin typeface="Helvetica"/>
                <a:cs typeface="Helvetica"/>
              </a:rPr>
              <a:t>4.Monitoring: The lactose level is monitored until it falls below 0.01-0.1% (the</a:t>
            </a:r>
            <a:endParaRPr lang="en-US"/>
          </a:p>
          <a:p>
            <a:pPr>
              <a:buFont typeface="Wingdings" panose="020B0604020202020204" pitchFamily="34" charset="0"/>
              <a:buChar char="Ø"/>
            </a:pPr>
            <a:r>
              <a:rPr lang="en-US" sz="2600" dirty="0">
                <a:latin typeface="Helvetica"/>
                <a:cs typeface="Helvetica"/>
              </a:rPr>
              <a:t>standard for "lactose-free").</a:t>
            </a:r>
            <a:endParaRPr lang="en-US" dirty="0"/>
          </a:p>
          <a:p>
            <a:pPr>
              <a:buFont typeface="Wingdings" panose="020B0604020202020204" pitchFamily="34" charset="0"/>
              <a:buChar char="Ø"/>
            </a:pPr>
            <a:r>
              <a:rPr lang="en-US" sz="2600" dirty="0">
                <a:latin typeface="Helvetica"/>
                <a:cs typeface="Helvetica"/>
              </a:rPr>
              <a:t>5.Pasteurization &amp; Packaging: The lactose-free milk is then pasteurized (to</a:t>
            </a:r>
            <a:endParaRPr lang="en-US" dirty="0"/>
          </a:p>
          <a:p>
            <a:pPr>
              <a:buFont typeface="Wingdings" panose="020B0604020202020204" pitchFamily="34" charset="0"/>
              <a:buChar char="Ø"/>
            </a:pPr>
            <a:r>
              <a:rPr lang="en-US" sz="2600" dirty="0">
                <a:latin typeface="Helvetica"/>
                <a:cs typeface="Helvetica"/>
              </a:rPr>
              <a:t>inactivate the enzyme and ensure safety) and packaged. For other</a:t>
            </a:r>
            <a:endParaRPr lang="en-US" dirty="0"/>
          </a:p>
          <a:p>
            <a:pPr>
              <a:buFont typeface="Wingdings" panose="020B0604020202020204" pitchFamily="34" charset="0"/>
              <a:buChar char="Ø"/>
            </a:pPr>
            <a:r>
              <a:rPr lang="en-US" sz="2600" dirty="0">
                <a:latin typeface="Helvetica"/>
                <a:cs typeface="Helvetica"/>
              </a:rPr>
              <a:t>products like yogurt or cheese, the lactase treatment might occur at a</a:t>
            </a:r>
            <a:endParaRPr lang="en-US" dirty="0"/>
          </a:p>
          <a:p>
            <a:pPr>
              <a:buFont typeface="Wingdings" panose="020B0604020202020204" pitchFamily="34" charset="0"/>
              <a:buChar char="Ø"/>
            </a:pPr>
            <a:r>
              <a:rPr lang="en-US" sz="2600" dirty="0">
                <a:latin typeface="Helvetica"/>
                <a:cs typeface="Helvetica"/>
              </a:rPr>
              <a:t>different stage, but the principle remains the same.</a:t>
            </a:r>
            <a:endParaRPr lang="en-US" dirty="0"/>
          </a:p>
          <a:p>
            <a:pPr>
              <a:buFont typeface="Wingdings" panose="020B0604020202020204" pitchFamily="34" charset="0"/>
              <a:buChar char="Ø"/>
            </a:pPr>
            <a:endParaRPr lang="en-US" dirty="0"/>
          </a:p>
        </p:txBody>
      </p:sp>
      <p:pic>
        <p:nvPicPr>
          <p:cNvPr id="4" name="Picture 3">
            <a:extLst>
              <a:ext uri="{FF2B5EF4-FFF2-40B4-BE49-F238E27FC236}">
                <a16:creationId xmlns:a16="http://schemas.microsoft.com/office/drawing/2014/main" id="{63FE9115-649C-7902-AF00-446B970D3C89}"/>
              </a:ext>
            </a:extLst>
          </p:cNvPr>
          <p:cNvPicPr>
            <a:picLocks noChangeAspect="1"/>
          </p:cNvPicPr>
          <p:nvPr/>
        </p:nvPicPr>
        <p:blipFill>
          <a:blip r:embed="rId2"/>
          <a:stretch>
            <a:fillRect/>
          </a:stretch>
        </p:blipFill>
        <p:spPr>
          <a:xfrm>
            <a:off x="7907849" y="1265903"/>
            <a:ext cx="4020884" cy="4965291"/>
          </a:xfrm>
          <a:prstGeom prst="rect">
            <a:avLst/>
          </a:prstGeom>
        </p:spPr>
      </p:pic>
    </p:spTree>
    <p:extLst>
      <p:ext uri="{BB962C8B-B14F-4D97-AF65-F5344CB8AC3E}">
        <p14:creationId xmlns:p14="http://schemas.microsoft.com/office/powerpoint/2010/main" val="9948789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97338-B478-33C1-6762-8CBF2A8B2A64}"/>
              </a:ext>
            </a:extLst>
          </p:cNvPr>
          <p:cNvSpPr>
            <a:spLocks noGrp="1"/>
          </p:cNvSpPr>
          <p:nvPr>
            <p:ph type="title"/>
          </p:nvPr>
        </p:nvSpPr>
        <p:spPr>
          <a:xfrm>
            <a:off x="333112" y="335570"/>
            <a:ext cx="11475795" cy="857559"/>
          </a:xfrm>
        </p:spPr>
        <p:txBody>
          <a:bodyPr/>
          <a:lstStyle/>
          <a:p>
            <a:r>
              <a:rPr lang="en-US" sz="4800" b="0" dirty="0">
                <a:solidFill>
                  <a:srgbClr val="EDECED"/>
                </a:solidFill>
                <a:latin typeface="Arial"/>
                <a:cs typeface="Arial"/>
              </a:rPr>
              <a:t>MY ROLE AS An ENGINEER</a:t>
            </a:r>
            <a:endParaRPr lang="en-US" sz="4800" dirty="0"/>
          </a:p>
        </p:txBody>
      </p:sp>
      <p:sp>
        <p:nvSpPr>
          <p:cNvPr id="3" name="Content Placeholder 2">
            <a:extLst>
              <a:ext uri="{FF2B5EF4-FFF2-40B4-BE49-F238E27FC236}">
                <a16:creationId xmlns:a16="http://schemas.microsoft.com/office/drawing/2014/main" id="{9294F9C2-DE4E-1A55-E6A8-631759C821FE}"/>
              </a:ext>
            </a:extLst>
          </p:cNvPr>
          <p:cNvSpPr>
            <a:spLocks noGrp="1"/>
          </p:cNvSpPr>
          <p:nvPr>
            <p:ph idx="1"/>
          </p:nvPr>
        </p:nvSpPr>
        <p:spPr>
          <a:xfrm>
            <a:off x="148757" y="1751632"/>
            <a:ext cx="11106563" cy="4940710"/>
          </a:xfrm>
        </p:spPr>
        <p:txBody>
          <a:bodyPr vert="horz" lIns="91440" tIns="45720" rIns="91440" bIns="45720" rtlCol="0" anchor="t">
            <a:normAutofit fontScale="92500" lnSpcReduction="20000"/>
          </a:bodyPr>
          <a:lstStyle/>
          <a:p>
            <a:r>
              <a:rPr lang="en-US" dirty="0">
                <a:solidFill>
                  <a:srgbClr val="EDECED"/>
                </a:solidFill>
                <a:latin typeface="Calisto MT"/>
                <a:cs typeface="Arial"/>
              </a:rPr>
              <a:t>Engineers can develop smart sensors that scan food products and measure lactase activity or lactate levels. These sensors, when linked with AI, can process the data in real time to give accurate results. This ensures the enzyme is working effectively, maintains product quality, and helps companies create consistent lactose-free products for consumers.</a:t>
            </a:r>
            <a:endParaRPr lang="en-US">
              <a:latin typeface="Calisto MT"/>
            </a:endParaRPr>
          </a:p>
          <a:p>
            <a:endParaRPr lang="en-US" dirty="0">
              <a:latin typeface="Calisto MT"/>
              <a:cs typeface="Arial"/>
            </a:endParaRPr>
          </a:p>
          <a:p>
            <a:r>
              <a:rPr lang="en-US" dirty="0">
                <a:latin typeface="Calisto MT"/>
                <a:ea typeface="+mn-lt"/>
                <a:cs typeface="+mn-lt"/>
              </a:rPr>
              <a:t>Virtual dairy process testing by making an app to convert maximum amount of lactose into simple sugars thereby preventing diseases to lactose intolerant people</a:t>
            </a:r>
            <a:endParaRPr lang="en-US">
              <a:latin typeface="Calisto MT"/>
              <a:cs typeface="Arial"/>
            </a:endParaRPr>
          </a:p>
          <a:p>
            <a:pPr marL="0" indent="0">
              <a:buNone/>
            </a:pPr>
            <a:endParaRPr lang="en-US" sz="1100" dirty="0">
              <a:latin typeface="Comic Sans MS"/>
            </a:endParaRPr>
          </a:p>
          <a:p>
            <a:endParaRPr lang="en-US" sz="1200" dirty="0">
              <a:latin typeface="Comic Sans MS"/>
            </a:endParaRPr>
          </a:p>
          <a:p>
            <a:endParaRPr lang="en-US" sz="1200" dirty="0">
              <a:latin typeface="Comic Sans MS"/>
            </a:endParaRPr>
          </a:p>
          <a:p>
            <a:endParaRPr lang="en-US"/>
          </a:p>
          <a:p>
            <a:endParaRPr lang="en-US"/>
          </a:p>
          <a:p>
            <a:br>
              <a:rPr lang="en-US" dirty="0"/>
            </a:br>
            <a:endParaRPr lang="en-US"/>
          </a:p>
        </p:txBody>
      </p:sp>
      <p:sp>
        <p:nvSpPr>
          <p:cNvPr id="4" name="Date Placeholder 3">
            <a:extLst>
              <a:ext uri="{FF2B5EF4-FFF2-40B4-BE49-F238E27FC236}">
                <a16:creationId xmlns:a16="http://schemas.microsoft.com/office/drawing/2014/main" id="{B128A9F6-1992-2F61-DD37-AEF83F47BF51}"/>
              </a:ext>
            </a:extLst>
          </p:cNvPr>
          <p:cNvSpPr>
            <a:spLocks noGrp="1"/>
          </p:cNvSpPr>
          <p:nvPr>
            <p:ph type="dt" sz="half" idx="10"/>
          </p:nvPr>
        </p:nvSpPr>
        <p:spPr/>
        <p:txBody>
          <a:bodyPr/>
          <a:lstStyle/>
          <a:p>
            <a:fld id="{54FA8230-3EB8-4F12-A3D9-B99991272869}" type="datetime1">
              <a:t>9/19/2025</a:t>
            </a:fld>
            <a:endParaRPr lang="en-US" dirty="0"/>
          </a:p>
        </p:txBody>
      </p:sp>
      <p:sp>
        <p:nvSpPr>
          <p:cNvPr id="5" name="Footer Placeholder 4">
            <a:extLst>
              <a:ext uri="{FF2B5EF4-FFF2-40B4-BE49-F238E27FC236}">
                <a16:creationId xmlns:a16="http://schemas.microsoft.com/office/drawing/2014/main" id="{D77FBF74-1AD9-A854-6EE4-C0F16A0A9D3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5031AA3-D568-425E-F788-554A2494330B}"/>
              </a:ext>
            </a:extLst>
          </p:cNvPr>
          <p:cNvSpPr>
            <a:spLocks noGrp="1"/>
          </p:cNvSpPr>
          <p:nvPr>
            <p:ph type="sldNum" sz="quarter" idx="12"/>
          </p:nvPr>
        </p:nvSpPr>
        <p:spPr/>
        <p:txBody>
          <a:bodyPr/>
          <a:lstStyle/>
          <a:p>
            <a:fld id="{196A61CA-0502-4EE4-9724-96EA822543E5}" type="slidenum">
              <a:rPr lang="en-US" dirty="0"/>
              <a:t>5</a:t>
            </a:fld>
            <a:endParaRPr lang="en-US" dirty="0"/>
          </a:p>
        </p:txBody>
      </p:sp>
      <p:pic>
        <p:nvPicPr>
          <p:cNvPr id="7" name="Picture 6">
            <a:extLst>
              <a:ext uri="{FF2B5EF4-FFF2-40B4-BE49-F238E27FC236}">
                <a16:creationId xmlns:a16="http://schemas.microsoft.com/office/drawing/2014/main" id="{2D0DB569-0E4A-E1C3-CB4F-6D614D68B6FC}"/>
              </a:ext>
            </a:extLst>
          </p:cNvPr>
          <p:cNvPicPr>
            <a:picLocks noChangeAspect="1"/>
          </p:cNvPicPr>
          <p:nvPr/>
        </p:nvPicPr>
        <p:blipFill>
          <a:blip r:embed="rId2"/>
          <a:stretch>
            <a:fillRect/>
          </a:stretch>
        </p:blipFill>
        <p:spPr>
          <a:xfrm>
            <a:off x="8441608" y="3767291"/>
            <a:ext cx="3690784" cy="2518902"/>
          </a:xfrm>
          <a:prstGeom prst="rect">
            <a:avLst/>
          </a:prstGeom>
        </p:spPr>
      </p:pic>
    </p:spTree>
    <p:extLst>
      <p:ext uri="{BB962C8B-B14F-4D97-AF65-F5344CB8AC3E}">
        <p14:creationId xmlns:p14="http://schemas.microsoft.com/office/powerpoint/2010/main" val="751814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EE01F-B966-84A2-07A0-CA27F49B141B}"/>
              </a:ext>
            </a:extLst>
          </p:cNvPr>
          <p:cNvSpPr>
            <a:spLocks noGrp="1"/>
          </p:cNvSpPr>
          <p:nvPr>
            <p:ph type="title"/>
          </p:nvPr>
        </p:nvSpPr>
        <p:spPr>
          <a:xfrm>
            <a:off x="1577527" y="5240144"/>
            <a:ext cx="9238434" cy="857559"/>
          </a:xfrm>
        </p:spPr>
        <p:txBody>
          <a:bodyPr/>
          <a:lstStyle/>
          <a:p>
            <a:pPr algn="ctr"/>
            <a:r>
              <a:rPr lang="en-US"/>
              <a:t>Thank you </a:t>
            </a:r>
          </a:p>
        </p:txBody>
      </p:sp>
      <p:sp>
        <p:nvSpPr>
          <p:cNvPr id="3" name="Content Placeholder 2">
            <a:extLst>
              <a:ext uri="{FF2B5EF4-FFF2-40B4-BE49-F238E27FC236}">
                <a16:creationId xmlns:a16="http://schemas.microsoft.com/office/drawing/2014/main" id="{C5D6BB80-DEBD-5CE6-3F21-98B72110DB83}"/>
              </a:ext>
            </a:extLst>
          </p:cNvPr>
          <p:cNvSpPr>
            <a:spLocks noGrp="1"/>
          </p:cNvSpPr>
          <p:nvPr>
            <p:ph idx="1"/>
          </p:nvPr>
        </p:nvSpPr>
        <p:spPr>
          <a:xfrm>
            <a:off x="1228148" y="553661"/>
            <a:ext cx="9238434" cy="3810000"/>
          </a:xfrm>
        </p:spPr>
        <p:txBody>
          <a:bodyPr vert="horz" lIns="91440" tIns="45720" rIns="91440" bIns="45720" rtlCol="0" anchor="t">
            <a:normAutofit/>
          </a:bodyPr>
          <a:lstStyle/>
          <a:p>
            <a:r>
              <a:rPr lang="en-US" dirty="0"/>
              <a:t>Reference websites </a:t>
            </a:r>
          </a:p>
          <a:p>
            <a:r>
              <a:rPr lang="en-US" dirty="0">
                <a:ea typeface="+mn-lt"/>
                <a:cs typeface="+mn-lt"/>
                <a:hlinkClick r:id="rId2"/>
              </a:rPr>
              <a:t>https://www.gettyimages.in/photos/amul-milk</a:t>
            </a:r>
          </a:p>
          <a:p>
            <a:r>
              <a:rPr lang="en-US" dirty="0">
                <a:ea typeface="+mn-lt"/>
                <a:cs typeface="+mn-lt"/>
                <a:hlinkClick r:id="rId3"/>
              </a:rPr>
              <a:t>https://www.weljii.com/blog/lactose-intolerance/</a:t>
            </a:r>
          </a:p>
          <a:p>
            <a:r>
              <a:rPr lang="en-US" b="1" dirty="0">
                <a:ea typeface="+mn-lt"/>
                <a:cs typeface="+mn-lt"/>
                <a:hlinkClick r:id="rId4"/>
              </a:rPr>
              <a:t>https://www.britannica.com/science/enzyme</a:t>
            </a:r>
            <a:endParaRPr lang="en-US" dirty="0"/>
          </a:p>
          <a:p>
            <a:r>
              <a:rPr lang="en-US" dirty="0">
                <a:ea typeface="+mn-lt"/>
                <a:cs typeface="+mn-lt"/>
                <a:hlinkClick r:id="rId5"/>
              </a:rPr>
              <a:t>https://www.google.com/?zx=1758350352768&amp;no_sw_cr=1</a:t>
            </a:r>
            <a:endParaRPr lang="en-US" b="1" dirty="0"/>
          </a:p>
          <a:p>
            <a:endParaRPr lang="en-US" dirty="0"/>
          </a:p>
          <a:p>
            <a:endParaRPr lang="en-US" b="1" dirty="0"/>
          </a:p>
          <a:p>
            <a:endParaRPr lang="en-US" dirty="0"/>
          </a:p>
          <a:p>
            <a:endParaRPr lang="en-US" dirty="0"/>
          </a:p>
        </p:txBody>
      </p:sp>
      <p:sp>
        <p:nvSpPr>
          <p:cNvPr id="4" name="Date Placeholder 3">
            <a:extLst>
              <a:ext uri="{FF2B5EF4-FFF2-40B4-BE49-F238E27FC236}">
                <a16:creationId xmlns:a16="http://schemas.microsoft.com/office/drawing/2014/main" id="{4AC44DCC-159B-32A8-69FA-FD47354C07BF}"/>
              </a:ext>
            </a:extLst>
          </p:cNvPr>
          <p:cNvSpPr>
            <a:spLocks noGrp="1"/>
          </p:cNvSpPr>
          <p:nvPr>
            <p:ph type="dt" sz="half" idx="10"/>
          </p:nvPr>
        </p:nvSpPr>
        <p:spPr/>
        <p:txBody>
          <a:bodyPr/>
          <a:lstStyle/>
          <a:p>
            <a:fld id="{4C8FEF5D-3943-43B2-B5E7-0C86D5716395}" type="datetime1">
              <a:t>9/19/2025</a:t>
            </a:fld>
            <a:endParaRPr lang="en-US" dirty="0"/>
          </a:p>
        </p:txBody>
      </p:sp>
      <p:sp>
        <p:nvSpPr>
          <p:cNvPr id="5" name="Footer Placeholder 4">
            <a:extLst>
              <a:ext uri="{FF2B5EF4-FFF2-40B4-BE49-F238E27FC236}">
                <a16:creationId xmlns:a16="http://schemas.microsoft.com/office/drawing/2014/main" id="{B0B0C830-DCCC-E90C-F913-1409C84CFEBB}"/>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C41EF40-1B0D-4D80-D083-E821DB13C1F3}"/>
              </a:ext>
            </a:extLst>
          </p:cNvPr>
          <p:cNvSpPr>
            <a:spLocks noGrp="1"/>
          </p:cNvSpPr>
          <p:nvPr>
            <p:ph type="sldNum" sz="quarter" idx="12"/>
          </p:nvPr>
        </p:nvSpPr>
        <p:spPr/>
        <p:txBody>
          <a:bodyPr/>
          <a:lstStyle/>
          <a:p>
            <a:fld id="{196A61CA-0502-4EE4-9724-96EA822543E5}" type="slidenum">
              <a:rPr lang="en-US" dirty="0"/>
              <a:t>6</a:t>
            </a:fld>
            <a:endParaRPr lang="en-US" dirty="0"/>
          </a:p>
        </p:txBody>
      </p:sp>
    </p:spTree>
    <p:extLst>
      <p:ext uri="{BB962C8B-B14F-4D97-AF65-F5344CB8AC3E}">
        <p14:creationId xmlns:p14="http://schemas.microsoft.com/office/powerpoint/2010/main" val="3091113669"/>
      </p:ext>
    </p:extLst>
  </p:cSld>
  <p:clrMapOvr>
    <a:masterClrMapping/>
  </p:clrMapOvr>
</p:sld>
</file>

<file path=ppt/theme/theme1.xml><?xml version="1.0" encoding="utf-8"?>
<a:theme xmlns:a="http://schemas.openxmlformats.org/drawingml/2006/main" name="PortalVTI">
  <a:themeElements>
    <a:clrScheme name="PortalVTI">
      <a:dk1>
        <a:sysClr val="windowText" lastClr="000000"/>
      </a:dk1>
      <a:lt1>
        <a:sysClr val="window" lastClr="FFFFFF"/>
      </a:lt1>
      <a:dk2>
        <a:srgbClr val="051618"/>
      </a:dk2>
      <a:lt2>
        <a:srgbClr val="E8E8DF"/>
      </a:lt2>
      <a:accent1>
        <a:srgbClr val="2D714C"/>
      </a:accent1>
      <a:accent2>
        <a:srgbClr val="1F7985"/>
      </a:accent2>
      <a:accent3>
        <a:srgbClr val="0D6756"/>
      </a:accent3>
      <a:accent4>
        <a:srgbClr val="40945E"/>
      </a:accent4>
      <a:accent5>
        <a:srgbClr val="389896"/>
      </a:accent5>
      <a:accent6>
        <a:srgbClr val="64924A"/>
      </a:accent6>
      <a:hlink>
        <a:srgbClr val="1F855C"/>
      </a:hlink>
      <a:folHlink>
        <a:srgbClr val="227390"/>
      </a:folHlink>
    </a:clrScheme>
    <a:fontScheme name="PortalVTI">
      <a:majorFont>
        <a:latin typeface="Trade Gothic Next Cond"/>
        <a:ea typeface=""/>
        <a:cs typeface=""/>
      </a:majorFont>
      <a:minorFont>
        <a:latin typeface="Trade Gothic Next Light"/>
        <a:ea typeface=""/>
        <a:cs typeface=""/>
      </a:minorFont>
    </a:fontScheme>
    <a:fmtScheme name="Portal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rtalVTI" id="{E3A4BB4D-5227-4A6D-99D3-DBAB0FE4C68F}" vid="{BE515EFD-5A7A-4BFE-BE06-A21DB8499CD2}"/>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PortalVTI</vt:lpstr>
      <vt:lpstr>ENZYMATIC PROCESSES IN INDUSTRIAL PRODUCTION AND ITS APPLICATION  ENZYME: LACTASE</vt:lpstr>
      <vt:lpstr>What's lactase </vt:lpstr>
      <vt:lpstr>The Challenge: Lactose Intolerance </vt:lpstr>
      <vt:lpstr>The Industrial Process Flow </vt:lpstr>
      <vt:lpstr>MY ROLE AS An ENGINEER</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211</cp:revision>
  <dcterms:created xsi:type="dcterms:W3CDTF">2025-09-20T04:44:24Z</dcterms:created>
  <dcterms:modified xsi:type="dcterms:W3CDTF">2025-09-20T06:40:39Z</dcterms:modified>
</cp:coreProperties>
</file>