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ishka Thakur" userId="566d1535e7b078af" providerId="LiveId" clId="{224C0C47-E606-460B-9622-151F90393232}"/>
    <pc:docChg chg="custSel modSld">
      <pc:chgData name="Kanishka Thakur" userId="566d1535e7b078af" providerId="LiveId" clId="{224C0C47-E606-460B-9622-151F90393232}" dt="2025-09-15T12:27:44.449" v="1" actId="21"/>
      <pc:docMkLst>
        <pc:docMk/>
      </pc:docMkLst>
      <pc:sldChg chg="delSp modSp mod">
        <pc:chgData name="Kanishka Thakur" userId="566d1535e7b078af" providerId="LiveId" clId="{224C0C47-E606-460B-9622-151F90393232}" dt="2025-09-15T12:27:44.449" v="1" actId="21"/>
        <pc:sldMkLst>
          <pc:docMk/>
          <pc:sldMk cId="4006390516" sldId="260"/>
        </pc:sldMkLst>
        <pc:spChg chg="del mod">
          <ac:chgData name="Kanishka Thakur" userId="566d1535e7b078af" providerId="LiveId" clId="{224C0C47-E606-460B-9622-151F90393232}" dt="2025-09-15T12:27:44.449" v="1" actId="21"/>
          <ac:spMkLst>
            <pc:docMk/>
            <pc:sldMk cId="4006390516" sldId="260"/>
            <ac:spMk id="6" creationId="{270C37A6-C3F1-C5A9-E712-158691DE49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20821-4E76-42FD-AAE8-E4B90B617A18}" type="datetimeFigureOut">
              <a:rPr lang="en-IN" smtClean="0"/>
              <a:t>15-09-2025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6E47EC-B649-4AC4-A6EF-2EE76C456791}" type="slidenum">
              <a:rPr lang="en-IN" smtClean="0"/>
              <a:t>‹#›</a:t>
            </a:fld>
            <a:endParaRPr lang="en-IN"/>
          </a:p>
        </p:txBody>
      </p:sp>
    </p:spTree>
    <p:extLst>
      <p:ext uri="{BB962C8B-B14F-4D97-AF65-F5344CB8AC3E}">
        <p14:creationId xmlns:p14="http://schemas.microsoft.com/office/powerpoint/2010/main" val="1802653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E47EC-B649-4AC4-A6EF-2EE76C456791}" type="slidenum">
              <a:rPr lang="en-IN" smtClean="0"/>
              <a:t>6</a:t>
            </a:fld>
            <a:endParaRPr lang="en-IN"/>
          </a:p>
        </p:txBody>
      </p:sp>
    </p:spTree>
    <p:extLst>
      <p:ext uri="{BB962C8B-B14F-4D97-AF65-F5344CB8AC3E}">
        <p14:creationId xmlns:p14="http://schemas.microsoft.com/office/powerpoint/2010/main" val="3461274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1B993-CDA2-2FDD-F5EE-335785E319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513B4B-9B64-ECEF-2C8C-0C8F8F9724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48FCEC-4242-5E53-4AE3-E6557F9E26B7}"/>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5" name="Footer Placeholder 4">
            <a:extLst>
              <a:ext uri="{FF2B5EF4-FFF2-40B4-BE49-F238E27FC236}">
                <a16:creationId xmlns:a16="http://schemas.microsoft.com/office/drawing/2014/main" id="{2B0A2F32-0D8A-4A8E-1413-206D8D02F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8F0455-71FB-2A13-70F2-9AC45A40C536}"/>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4073873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407E-6009-E653-39F7-AB71D382BC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A5C200-B022-5A71-3A5B-0EDBBE1FE6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6AE786-FCD0-AE05-AE08-619544ABBD65}"/>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5" name="Footer Placeholder 4">
            <a:extLst>
              <a:ext uri="{FF2B5EF4-FFF2-40B4-BE49-F238E27FC236}">
                <a16:creationId xmlns:a16="http://schemas.microsoft.com/office/drawing/2014/main" id="{6C327DED-BEE9-DA49-0467-7F7B876762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B985B4-1F78-7D55-4692-4A1EDD1221B8}"/>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3679133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5694F-1FE8-CB17-514B-2F46397016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257AB6B-9495-6F5F-3886-0C4D676434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E6F4F3-4CCC-CF59-A53D-927287A0EEA3}"/>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5" name="Footer Placeholder 4">
            <a:extLst>
              <a:ext uri="{FF2B5EF4-FFF2-40B4-BE49-F238E27FC236}">
                <a16:creationId xmlns:a16="http://schemas.microsoft.com/office/drawing/2014/main" id="{E3D4E82D-7A5A-2C41-C828-D90F86A13A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BDE157-A662-435E-C6D1-18238F8180D1}"/>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2738619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E0E8D-93DE-7CDB-4717-00428304D1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3C576F-AFFB-DE86-073A-B4011C928A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75DA32-873C-2B17-4C73-C4FC414ADD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BEC422-876E-1E10-A90D-5EF0937924F5}"/>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6" name="Footer Placeholder 5">
            <a:extLst>
              <a:ext uri="{FF2B5EF4-FFF2-40B4-BE49-F238E27FC236}">
                <a16:creationId xmlns:a16="http://schemas.microsoft.com/office/drawing/2014/main" id="{2A70861D-37EC-F0D2-6C27-9C95F63CB1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4BFFC3-45C3-AB50-9D63-83380D021009}"/>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213018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62D24-25BD-FF7A-B678-D4F9DE31A64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4D1421-473C-3246-9454-F34D3C6C48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9B17D8-0FA4-AF7A-5A12-73DF7BA821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850E48-C8CF-D05A-9C6B-7CFE1251ED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81B7AB-385A-714C-643F-1F7F5C8310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B7A00C-C2BE-848A-0EF6-16E5A05F6D3B}"/>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8" name="Footer Placeholder 7">
            <a:extLst>
              <a:ext uri="{FF2B5EF4-FFF2-40B4-BE49-F238E27FC236}">
                <a16:creationId xmlns:a16="http://schemas.microsoft.com/office/drawing/2014/main" id="{AB808FE1-EB55-A0DE-7A6F-66F41BFAF5B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F3ABD3-9A89-F373-69ED-67FA596F5B3B}"/>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68689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C92B3-3EAA-DF33-F9A0-84BF73BFC4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B7060E-EB1F-5EC2-1CAD-296E4A67A1FB}"/>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4" name="Footer Placeholder 3">
            <a:extLst>
              <a:ext uri="{FF2B5EF4-FFF2-40B4-BE49-F238E27FC236}">
                <a16:creationId xmlns:a16="http://schemas.microsoft.com/office/drawing/2014/main" id="{27970F82-9F43-8C49-6D59-88002EBF3F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9309466-07E6-344F-F48E-E97FBE28BE4E}"/>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387867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9BCEC-E77C-A256-7E29-FA62D25DB185}"/>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3" name="Footer Placeholder 2">
            <a:extLst>
              <a:ext uri="{FF2B5EF4-FFF2-40B4-BE49-F238E27FC236}">
                <a16:creationId xmlns:a16="http://schemas.microsoft.com/office/drawing/2014/main" id="{50B30E5E-9FBE-2D93-1289-C5CBC69E1A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58368F-C5DA-071B-025D-588BC8F37287}"/>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114381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7551-7F6B-5C2E-E7E8-AE9FF68BD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B5CA83-20B8-F97E-8EF6-9CB585220A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B94F9B-98B2-D021-62A7-3E4F7E21E8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06CB7A-5819-8EEB-A4E9-EBA8A0ACF61B}"/>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6" name="Footer Placeholder 5">
            <a:extLst>
              <a:ext uri="{FF2B5EF4-FFF2-40B4-BE49-F238E27FC236}">
                <a16:creationId xmlns:a16="http://schemas.microsoft.com/office/drawing/2014/main" id="{47DECE5E-68A5-F4C6-D298-FFC592199E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01729C-BE00-C493-9C10-DC31F6670ECD}"/>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398697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ACCE-8B23-596B-761D-8409C48ADA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BA4FA6-A9A6-0D16-A028-E41272344B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FC45CA-DA1B-9EE1-ADA4-45A13D2950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74123-069C-FF0D-3C0F-74EEF6CFDA6A}"/>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6" name="Footer Placeholder 5">
            <a:extLst>
              <a:ext uri="{FF2B5EF4-FFF2-40B4-BE49-F238E27FC236}">
                <a16:creationId xmlns:a16="http://schemas.microsoft.com/office/drawing/2014/main" id="{17483CC3-05E3-53C2-405D-EA6D4ECDF9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966A22-BCF6-670C-4F61-41E3A3055B96}"/>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2263134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6AD7-CCFD-6245-3E0D-011B118261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A32A96-6BAA-56D7-276F-DC178CE1D8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C2D2A8-DE6A-7E22-1705-2E34176BAF23}"/>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5" name="Footer Placeholder 4">
            <a:extLst>
              <a:ext uri="{FF2B5EF4-FFF2-40B4-BE49-F238E27FC236}">
                <a16:creationId xmlns:a16="http://schemas.microsoft.com/office/drawing/2014/main" id="{F9601E85-8DA3-9C61-4420-AC8A327035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B2823D-6BED-8D0A-3326-731758FF7654}"/>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2421071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8BFD4F-5DB2-650B-8653-A060D13532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9F6B3C-8E20-E6E0-1A65-51A56FFFD4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2C6560-342B-73B5-CD15-26F0BF1AEC34}"/>
              </a:ext>
            </a:extLst>
          </p:cNvPr>
          <p:cNvSpPr>
            <a:spLocks noGrp="1"/>
          </p:cNvSpPr>
          <p:nvPr>
            <p:ph type="dt" sz="half" idx="10"/>
          </p:nvPr>
        </p:nvSpPr>
        <p:spPr/>
        <p:txBody>
          <a:bodyPr/>
          <a:lstStyle/>
          <a:p>
            <a:fld id="{E45198D4-2ABA-4ADF-9B23-64375142D39B}" type="datetimeFigureOut">
              <a:rPr lang="en-IN" smtClean="0"/>
              <a:t>15-09-2025</a:t>
            </a:fld>
            <a:endParaRPr lang="en-IN"/>
          </a:p>
        </p:txBody>
      </p:sp>
      <p:sp>
        <p:nvSpPr>
          <p:cNvPr id="5" name="Footer Placeholder 4">
            <a:extLst>
              <a:ext uri="{FF2B5EF4-FFF2-40B4-BE49-F238E27FC236}">
                <a16:creationId xmlns:a16="http://schemas.microsoft.com/office/drawing/2014/main" id="{F30D7F86-1D18-9FB2-5DCF-ADEC2D606C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78D806-A184-4AD6-370B-CDBB30E483FA}"/>
              </a:ext>
            </a:extLst>
          </p:cNvPr>
          <p:cNvSpPr>
            <a:spLocks noGrp="1"/>
          </p:cNvSpPr>
          <p:nvPr>
            <p:ph type="sldNum" sz="quarter" idx="12"/>
          </p:nvPr>
        </p:nvSpPr>
        <p:spPr/>
        <p:txBody>
          <a:bodyPr/>
          <a:lstStyle/>
          <a:p>
            <a:fld id="{0F6277E3-AEC3-4F12-9A08-A2134E95F079}" type="slidenum">
              <a:rPr lang="en-IN" smtClean="0"/>
              <a:t>‹#›</a:t>
            </a:fld>
            <a:endParaRPr lang="en-IN"/>
          </a:p>
        </p:txBody>
      </p:sp>
    </p:spTree>
    <p:extLst>
      <p:ext uri="{BB962C8B-B14F-4D97-AF65-F5344CB8AC3E}">
        <p14:creationId xmlns:p14="http://schemas.microsoft.com/office/powerpoint/2010/main" val="2271142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pxhere.com/en/photo/610824"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837473B0-CC2E-450A-ABE3-18F120FF3D39}">
                <a1611:picAttrSrcUrl xmlns:a1611="http://schemas.microsoft.com/office/drawing/2016/11/main" r:id="rId14"/>
              </a:ext>
            </a:extLst>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F83AED-33AA-32FF-F376-2EBD59922A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388DC7-2BF8-A547-1094-84AC5536E2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AD75AF-FB33-64AF-445A-9559D972D9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5198D4-2ABA-4ADF-9B23-64375142D39B}" type="datetimeFigureOut">
              <a:rPr lang="en-IN" smtClean="0"/>
              <a:t>15-09-2025</a:t>
            </a:fld>
            <a:endParaRPr lang="en-IN"/>
          </a:p>
        </p:txBody>
      </p:sp>
      <p:sp>
        <p:nvSpPr>
          <p:cNvPr id="5" name="Footer Placeholder 4">
            <a:extLst>
              <a:ext uri="{FF2B5EF4-FFF2-40B4-BE49-F238E27FC236}">
                <a16:creationId xmlns:a16="http://schemas.microsoft.com/office/drawing/2014/main" id="{53D3FDE5-1909-BD55-E5FB-F5F4D8DE9A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74C1BB1-ABB0-1DD3-2E3E-D443044033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6277E3-AEC3-4F12-9A08-A2134E95F079}" type="slidenum">
              <a:rPr lang="en-IN" smtClean="0"/>
              <a:t>‹#›</a:t>
            </a:fld>
            <a:endParaRPr lang="en-IN"/>
          </a:p>
        </p:txBody>
      </p:sp>
    </p:spTree>
    <p:extLst>
      <p:ext uri="{BB962C8B-B14F-4D97-AF65-F5344CB8AC3E}">
        <p14:creationId xmlns:p14="http://schemas.microsoft.com/office/powerpoint/2010/main" val="42823331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hyperlink" Target="https://svgsilh.com/image/1297309.html" TargetMode="External"/><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hyperlink" Target="https://svgsilh.com/image/147009.htm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pixabay.com/en/warning-sign-attention-caution-303768/"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www.google.com/search?q=Biobake&amp;sca_esv=f2a1bb409371b880&amp;rlz=1C1RXQR_enIN1135IN1136&amp;biw=1536&amp;bih=730&amp;sxsrf=AE3TifOs45EaR8i659AQCWy4L17xZsoNHQ%3A1757248345938&amp;ei=WXu9aI7tOK-cseMP4dncwQo&amp;ved=2ahUKEwifteO768aPAxVyk68BHcopAlsQgK4QegQIARAC&amp;uact=5&amp;oq=Process+of+making+cookies+with+proteases+and+the+required+conditions&amp;gs_lp=Egxnd3Mtd2l6LXNlcnAiRFByb2Nlc3Mgb2YgbWFraW5nIGNvb2tpZXMgd2l0aCBwcm90ZWFzZXMgYW5kIHRoZSByZXF1aXJlZCBjb25kaXRpb25zSOd7UKMHWIR6cAF4AZABAJgBqgKgAcBpqgEHMC4zNy4zMbgBA8gBAPgBAZgCPaAC4V6oAhTCAgcQIxgnGOoCwgINECMY8AUYJxjJAhjqAsICDRAuGMcBGCcY6gIYrwHCAhMQABiABBhDGLQCGIoFGOoC2AEBwgIKECMYgAQYJxiKBcICBBAjGCfCAgoQLhiABBgnGIoFwgIKEAAYgAQYQxiKBcICCxAAGIAEGJECGIoFwgIOEC4YgAQYsQMYgwEYigXCAgsQABiABBixAxiDAcICDRAAGIAEGLEDGEMYigXCAggQABiABBixA8ICBRAAGIAEwgIKEAAYgAQYFBiHAsICBxAAGKkGGB7CAgYQABgWGB7CAgsQABiABBiGAxiKBcICBRAAGO8FwgIFECEYoAHCAgcQIRigARgKwgIFECEYnwXCAggQABiABBiiBMICBBAhGBWYAwzxBU41FahykTqPugYGCAEQARgBkgcHMS4yOS4zMaAHxNUCsgcHMC4yOS4zMbgH1F7CBwkwLjMwLjI5LjLIB9kB&amp;sclient=gws-wiz-serp&amp;mstk=AUtExfCbhgThQK4z8h0dcRbzDUqIaNZc0PUzfXHK9atH1TO72J_DNoN-ztoxjHUlg_bJt5xtLZxix2ABRvxOPS9tDOgYLTrbw4DC1U-zQbUYF3wZYE60TvcvjcKcrfhR-dTgzSQFm6KdT0_nA5KSykSQFtm8cXEj7vsT09sUw1erL_yb_1Q&amp;csui=3"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hyperlink" Target="https://www.flickr.com/photos/mrsdewinter/4351532637/" TargetMode="External"/><Relationship Id="rId5" Type="http://schemas.openxmlformats.org/officeDocument/2006/relationships/image" Target="../media/image12.jpg"/><Relationship Id="rId4" Type="http://schemas.openxmlformats.org/officeDocument/2006/relationships/hyperlink" Target="https://www.google.com/search?q=Neutrase&amp;sca_esv=f2a1bb409371b880&amp;rlz=1C1RXQR_enIN1135IN1136&amp;biw=1536&amp;bih=730&amp;sxsrf=AE3TifOs45EaR8i659AQCWy4L17xZsoNHQ%3A1757248345938&amp;ei=WXu9aI7tOK-cseMP4dncwQo&amp;ved=2ahUKEwifteO768aPAxVyk68BHcopAlsQgK4QegQIARAD&amp;uact=5&amp;oq=Process+of+making+cookies+with+proteases+and+the+required+conditions&amp;gs_lp=Egxnd3Mtd2l6LXNlcnAiRFByb2Nlc3Mgb2YgbWFraW5nIGNvb2tpZXMgd2l0aCBwcm90ZWFzZXMgYW5kIHRoZSByZXF1aXJlZCBjb25kaXRpb25zSOd7UKMHWIR6cAF4AZABAJgBqgKgAcBpqgEHMC4zNy4zMbgBA8gBAPgBAZgCPaAC4V6oAhTCAgcQIxgnGOoCwgINECMY8AUYJxjJAhjqAsICDRAuGMcBGCcY6gIYrwHCAhMQABiABBhDGLQCGIoFGOoC2AEBwgIKECMYgAQYJxiKBcICBBAjGCfCAgoQLhiABBgnGIoFwgIKEAAYgAQYQxiKBcICCxAAGIAEGJECGIoFwgIOEC4YgAQYsQMYgwEYigXCAgsQABiABBixAxiDAcICDRAAGIAEGLEDGEMYigXCAggQABiABBixA8ICBRAAGIAEwgIKEAAYgAQYFBiHAsICBxAAGKkGGB7CAgYQABgWGB7CAgsQABiABBiGAxiKBcICBRAAGO8FwgIFECEYoAHCAgcQIRigARgKwgIFECEYnwXCAggQABiABBiiBMICBBAhGBWYAwzxBU41FahykTqPugYGCAEQARgBkgcHMS4yOS4zMaAHxNUCsgcHMC4yOS4zMbgH1F7CBwkwLjMwLjI5LjLIB9kB&amp;sclient=gws-wiz-serp&amp;mstk=AUtExfCbhgThQK4z8h0dcRbzDUqIaNZc0PUzfXHK9atH1TO72J_DNoN-ztoxjHUlg_bJt5xtLZxix2ABRvxOPS9tDOgYLTrbw4DC1U-zQbUYF3wZYE60TvcvjcKcrfhR-dTgzSQFm6KdT0_nA5KSykSQFtm8cXEj7vsT09sUw1erL_yb_1Q&amp;csui=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hyperlink" Target="https://svgsilh.com/image/148196.html" TargetMode="External"/><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svg"/><Relationship Id="rId10" Type="http://schemas.openxmlformats.org/officeDocument/2006/relationships/image" Target="../media/image25.svg"/><Relationship Id="rId4" Type="http://schemas.openxmlformats.org/officeDocument/2006/relationships/image" Target="../media/image20.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hyperlink" Target="https://www.google.com/imgres?q=what%20are%20soft%20cookies&amp;imgurl=https%3A%2F%2Fsallysbakingaddiction.com%2Fwp-content%2Fuploads%2F2012%2F08%2Fwarm-chocolate-chip-cookies.jpg&amp;imgrefurl=https%3A%2F%2Fsallysbakingaddiction.com%2Fchocolate-chip-cookies%2F&amp;docid=F4EDCIc0nlgM5M&amp;tbnid=H_P7timLlyxb4M&amp;vet=12ahUKEwjyuqe40saPAxXE2TgGHXgDBGAQM3oECCcQAA..i&amp;w=1200&amp;h=1800&amp;hcb=2&amp;ved=2ahUKEwjyuqe40saPAxXE2TgGHXgDBGAQM3oECCcQAA" TargetMode="External"/><Relationship Id="rId7" Type="http://schemas.openxmlformats.org/officeDocument/2006/relationships/hyperlink" Target="https://www.sciencedirect.com/science/article/abs/pii/S0963996904002388#:~:text=Some%20cookie%20producers%20use%20chemical,Wakeren%20&amp;%20Popper%2C%202004" TargetMode="External"/><Relationship Id="rId2" Type="http://schemas.openxmlformats.org/officeDocument/2006/relationships/hyperlink" Target="https://www.google.com/url?sa=i&amp;url=https%3A%2F%2Fwww.culinaryhill.com%2Fsoft-chocolate-chip-cookies%2F&amp;psig=AOvVaw0MnbNMx9pfcr1E8rJCTXP5&amp;ust=1757334270530000&amp;source=images&amp;cd=vfe&amp;opi=89978449&amp;ved=0CBUQjRxqFwoTCOiEt9PSxo8DFQAAAAAdAAAAABAE" TargetMode="External"/><Relationship Id="rId1" Type="http://schemas.openxmlformats.org/officeDocument/2006/relationships/slideLayout" Target="../slideLayouts/slideLayout2.xml"/><Relationship Id="rId6" Type="http://schemas.openxmlformats.org/officeDocument/2006/relationships/hyperlink" Target="https://www.biolaxienzymes.com/how-amylases-and-proteases-enhance-flour-performance-in-baking/#:~:text=The%20Role%20of%20Proteases,minimal%20gluten%20development%20is%20preferred" TargetMode="External"/><Relationship Id="rId5" Type="http://schemas.openxmlformats.org/officeDocument/2006/relationships/hyperlink" Target="https://www.google.com/url?sa=i&amp;url=https%3A%2F%2Fwww.biscuitmachinery.com%2F2365&amp;psig=AOvVaw22I3wmZL7dPrF4SLlZNs-9&amp;ust=1757334438620000&amp;source=images&amp;cd=vfe&amp;opi=89978449&amp;ved=0CBUQjRxqFwoTCOi9qs7Txo8DFQAAAAAdAAAAABAE" TargetMode="External"/><Relationship Id="rId4" Type="http://schemas.openxmlformats.org/officeDocument/2006/relationships/hyperlink" Target="https://www.google.com/imgres?q=Soft%20cookies%20industry%20production&amp;imgurl=https%3A%2F%2Fwww.biscuitmachinery.com%2Fwp-content%2Fuploads%2F2022%2F06%2Fyooopaaa_29357_Chocolate_chip_cookie_production_line_f9ce2176-96ca-4191-8e64-40f5b858ec27.png&amp;imgrefurl=https%3A%2F%2Fwww.biscuitmachinery.com%2F2333&amp;docid=udUhysNFdesvsM&amp;tbnid=P9uSPJEiNIQJQM&amp;vet=12ahUKEwi4nKyI08aPAxVe1jgGHUsFHv0QM3oECBkQAA..i&amp;w=1024&amp;h=1024&amp;hcb=2&amp;ved=2ahUKEwi4nKyI08aPAxVe1jgGHUsFHv0QM3oECBkQA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7F42E-8B41-E883-1536-5A03DFD9A251}"/>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F2CF6C5-8355-C5D0-5E68-83429D897BB3}"/>
              </a:ext>
            </a:extLst>
          </p:cNvPr>
          <p:cNvSpPr>
            <a:spLocks noGrp="1"/>
          </p:cNvSpPr>
          <p:nvPr>
            <p:ph type="subTitle" idx="1"/>
          </p:nvPr>
        </p:nvSpPr>
        <p:spPr/>
        <p:txBody>
          <a:bodyPr/>
          <a:lstStyle/>
          <a:p>
            <a:endParaRPr lang="en-IN"/>
          </a:p>
        </p:txBody>
      </p:sp>
      <p:sp>
        <p:nvSpPr>
          <p:cNvPr id="8" name="TextBox 7">
            <a:extLst>
              <a:ext uri="{FF2B5EF4-FFF2-40B4-BE49-F238E27FC236}">
                <a16:creationId xmlns:a16="http://schemas.microsoft.com/office/drawing/2014/main" id="{60650C32-353B-F90F-D594-3E9B73857493}"/>
              </a:ext>
            </a:extLst>
          </p:cNvPr>
          <p:cNvSpPr txBox="1"/>
          <p:nvPr/>
        </p:nvSpPr>
        <p:spPr>
          <a:xfrm>
            <a:off x="-58991" y="0"/>
            <a:ext cx="12250991" cy="6858000"/>
          </a:xfrm>
          <a:custGeom>
            <a:avLst/>
            <a:gdLst/>
            <a:ahLst/>
            <a:cxnLst/>
            <a:rect l="l" t="t" r="r" b="b"/>
            <a:pathLst>
              <a:path w="12191999" h="6858000">
                <a:moveTo>
                  <a:pt x="5095857" y="6188987"/>
                </a:moveTo>
                <a:lnTo>
                  <a:pt x="5095857" y="6224148"/>
                </a:lnTo>
                <a:lnTo>
                  <a:pt x="5161937" y="6224148"/>
                </a:lnTo>
                <a:lnTo>
                  <a:pt x="5161937" y="6188987"/>
                </a:lnTo>
                <a:close/>
                <a:moveTo>
                  <a:pt x="4996217" y="6135856"/>
                </a:moveTo>
                <a:lnTo>
                  <a:pt x="5010616" y="6135856"/>
                </a:lnTo>
                <a:cubicBezTo>
                  <a:pt x="5020066" y="6135856"/>
                  <a:pt x="5026504" y="6137642"/>
                  <a:pt x="5029926" y="6141214"/>
                </a:cubicBezTo>
                <a:cubicBezTo>
                  <a:pt x="5033349" y="6144785"/>
                  <a:pt x="5035061" y="6149139"/>
                  <a:pt x="5035061" y="6154273"/>
                </a:cubicBezTo>
                <a:cubicBezTo>
                  <a:pt x="5035061" y="6159557"/>
                  <a:pt x="5033089" y="6163891"/>
                  <a:pt x="5029145" y="6167277"/>
                </a:cubicBezTo>
                <a:cubicBezTo>
                  <a:pt x="5025201" y="6170663"/>
                  <a:pt x="5018355" y="6172356"/>
                  <a:pt x="5008607" y="6172356"/>
                </a:cubicBezTo>
                <a:lnTo>
                  <a:pt x="4996217" y="6172356"/>
                </a:lnTo>
                <a:close/>
                <a:moveTo>
                  <a:pt x="4945429" y="6102593"/>
                </a:moveTo>
                <a:lnTo>
                  <a:pt x="4945429" y="6266229"/>
                </a:lnTo>
                <a:lnTo>
                  <a:pt x="4996217" y="6266229"/>
                </a:lnTo>
                <a:lnTo>
                  <a:pt x="4996217" y="6205507"/>
                </a:lnTo>
                <a:lnTo>
                  <a:pt x="5023899" y="6205507"/>
                </a:lnTo>
                <a:cubicBezTo>
                  <a:pt x="5044288" y="6205507"/>
                  <a:pt x="5059450" y="6200856"/>
                  <a:pt x="5069384" y="6191555"/>
                </a:cubicBezTo>
                <a:cubicBezTo>
                  <a:pt x="5079319" y="6182253"/>
                  <a:pt x="5084286" y="6169342"/>
                  <a:pt x="5084286" y="6152822"/>
                </a:cubicBezTo>
                <a:cubicBezTo>
                  <a:pt x="5084286" y="6136749"/>
                  <a:pt x="5079728" y="6124359"/>
                  <a:pt x="5070612" y="6115652"/>
                </a:cubicBezTo>
                <a:cubicBezTo>
                  <a:pt x="5061497" y="6106946"/>
                  <a:pt x="5047786" y="6102593"/>
                  <a:pt x="5029480" y="6102593"/>
                </a:cubicBezTo>
                <a:close/>
                <a:moveTo>
                  <a:pt x="5394778" y="6099802"/>
                </a:moveTo>
                <a:cubicBezTo>
                  <a:pt x="5379449" y="6099802"/>
                  <a:pt x="5367450" y="6101718"/>
                  <a:pt x="5358781" y="6105551"/>
                </a:cubicBezTo>
                <a:cubicBezTo>
                  <a:pt x="5350111" y="6109383"/>
                  <a:pt x="5343396" y="6114890"/>
                  <a:pt x="5338633" y="6122071"/>
                </a:cubicBezTo>
                <a:cubicBezTo>
                  <a:pt x="5333871" y="6129252"/>
                  <a:pt x="5330597" y="6139242"/>
                  <a:pt x="5328810" y="6152041"/>
                </a:cubicBezTo>
                <a:lnTo>
                  <a:pt x="5374352" y="6155724"/>
                </a:lnTo>
                <a:cubicBezTo>
                  <a:pt x="5375617" y="6146497"/>
                  <a:pt x="5378091" y="6140060"/>
                  <a:pt x="5381775" y="6136414"/>
                </a:cubicBezTo>
                <a:cubicBezTo>
                  <a:pt x="5385459" y="6132768"/>
                  <a:pt x="5390202" y="6130944"/>
                  <a:pt x="5396006" y="6130944"/>
                </a:cubicBezTo>
                <a:cubicBezTo>
                  <a:pt x="5401587" y="6130944"/>
                  <a:pt x="5406220" y="6132712"/>
                  <a:pt x="5409903" y="6136246"/>
                </a:cubicBezTo>
                <a:cubicBezTo>
                  <a:pt x="5413587" y="6139781"/>
                  <a:pt x="5415428" y="6144041"/>
                  <a:pt x="5415428" y="6149027"/>
                </a:cubicBezTo>
                <a:cubicBezTo>
                  <a:pt x="5415428" y="6153641"/>
                  <a:pt x="5413568" y="6158515"/>
                  <a:pt x="5409847" y="6163649"/>
                </a:cubicBezTo>
                <a:cubicBezTo>
                  <a:pt x="5406127" y="6168784"/>
                  <a:pt x="5397606" y="6176300"/>
                  <a:pt x="5384286" y="6186197"/>
                </a:cubicBezTo>
                <a:cubicBezTo>
                  <a:pt x="5362483" y="6202345"/>
                  <a:pt x="5347619" y="6216353"/>
                  <a:pt x="5339694" y="6228222"/>
                </a:cubicBezTo>
                <a:cubicBezTo>
                  <a:pt x="5331768" y="6240091"/>
                  <a:pt x="5327024" y="6252760"/>
                  <a:pt x="5325462" y="6266229"/>
                </a:cubicBezTo>
                <a:lnTo>
                  <a:pt x="5461863" y="6266229"/>
                </a:lnTo>
                <a:lnTo>
                  <a:pt x="5461863" y="6229171"/>
                </a:lnTo>
                <a:lnTo>
                  <a:pt x="5390872" y="6229171"/>
                </a:lnTo>
                <a:cubicBezTo>
                  <a:pt x="5395039" y="6225078"/>
                  <a:pt x="5398667" y="6221767"/>
                  <a:pt x="5401755" y="6219237"/>
                </a:cubicBezTo>
                <a:cubicBezTo>
                  <a:pt x="5404843" y="6216707"/>
                  <a:pt x="5410964" y="6212279"/>
                  <a:pt x="5420116" y="6205954"/>
                </a:cubicBezTo>
                <a:cubicBezTo>
                  <a:pt x="5435521" y="6195089"/>
                  <a:pt x="5446143" y="6185118"/>
                  <a:pt x="5451984" y="6176039"/>
                </a:cubicBezTo>
                <a:cubicBezTo>
                  <a:pt x="5457826" y="6166961"/>
                  <a:pt x="5460747" y="6157436"/>
                  <a:pt x="5460747" y="6147464"/>
                </a:cubicBezTo>
                <a:cubicBezTo>
                  <a:pt x="5460747" y="6138088"/>
                  <a:pt x="5458198" y="6129624"/>
                  <a:pt x="5453100" y="6122071"/>
                </a:cubicBezTo>
                <a:cubicBezTo>
                  <a:pt x="5448003" y="6114518"/>
                  <a:pt x="5441008" y="6108918"/>
                  <a:pt x="5432116" y="6105272"/>
                </a:cubicBezTo>
                <a:cubicBezTo>
                  <a:pt x="5423223" y="6101625"/>
                  <a:pt x="5410777" y="6099802"/>
                  <a:pt x="5394778" y="6099802"/>
                </a:cubicBezTo>
                <a:close/>
                <a:moveTo>
                  <a:pt x="5241262" y="6099802"/>
                </a:moveTo>
                <a:cubicBezTo>
                  <a:pt x="5222659" y="6099802"/>
                  <a:pt x="5208278" y="6103448"/>
                  <a:pt x="5198121" y="6110741"/>
                </a:cubicBezTo>
                <a:cubicBezTo>
                  <a:pt x="5187963" y="6118034"/>
                  <a:pt x="5181099" y="6128526"/>
                  <a:pt x="5177527" y="6142218"/>
                </a:cubicBezTo>
                <a:lnTo>
                  <a:pt x="5220501" y="6149920"/>
                </a:lnTo>
                <a:cubicBezTo>
                  <a:pt x="5221691" y="6141809"/>
                  <a:pt x="5223961" y="6136135"/>
                  <a:pt x="5227310" y="6132898"/>
                </a:cubicBezTo>
                <a:cubicBezTo>
                  <a:pt x="5230658" y="6129661"/>
                  <a:pt x="5235012" y="6128042"/>
                  <a:pt x="5240369" y="6128042"/>
                </a:cubicBezTo>
                <a:cubicBezTo>
                  <a:pt x="5245578" y="6128042"/>
                  <a:pt x="5249671" y="6129531"/>
                  <a:pt x="5252648" y="6132507"/>
                </a:cubicBezTo>
                <a:cubicBezTo>
                  <a:pt x="5255625" y="6135484"/>
                  <a:pt x="5257112" y="6139465"/>
                  <a:pt x="5257112" y="6144451"/>
                </a:cubicBezTo>
                <a:cubicBezTo>
                  <a:pt x="5257112" y="6149660"/>
                  <a:pt x="5255122" y="6154162"/>
                  <a:pt x="5251141" y="6157957"/>
                </a:cubicBezTo>
                <a:cubicBezTo>
                  <a:pt x="5247160" y="6161752"/>
                  <a:pt x="5242192" y="6163649"/>
                  <a:pt x="5236239" y="6163649"/>
                </a:cubicBezTo>
                <a:cubicBezTo>
                  <a:pt x="5234825" y="6163649"/>
                  <a:pt x="5232853" y="6163463"/>
                  <a:pt x="5230323" y="6163091"/>
                </a:cubicBezTo>
                <a:lnTo>
                  <a:pt x="5227979" y="6195573"/>
                </a:lnTo>
                <a:cubicBezTo>
                  <a:pt x="5234230" y="6193787"/>
                  <a:pt x="5239142" y="6192894"/>
                  <a:pt x="5242713" y="6192894"/>
                </a:cubicBezTo>
                <a:cubicBezTo>
                  <a:pt x="5249411" y="6192894"/>
                  <a:pt x="5254713" y="6194978"/>
                  <a:pt x="5258619" y="6199145"/>
                </a:cubicBezTo>
                <a:cubicBezTo>
                  <a:pt x="5262526" y="6203312"/>
                  <a:pt x="5264479" y="6209191"/>
                  <a:pt x="5264479" y="6216781"/>
                </a:cubicBezTo>
                <a:cubicBezTo>
                  <a:pt x="5264479" y="6224222"/>
                  <a:pt x="5262452" y="6230176"/>
                  <a:pt x="5258397" y="6234640"/>
                </a:cubicBezTo>
                <a:cubicBezTo>
                  <a:pt x="5254341" y="6239105"/>
                  <a:pt x="5249262" y="6241338"/>
                  <a:pt x="5243160" y="6241338"/>
                </a:cubicBezTo>
                <a:cubicBezTo>
                  <a:pt x="5237356" y="6241338"/>
                  <a:pt x="5232575" y="6239570"/>
                  <a:pt x="5228817" y="6236036"/>
                </a:cubicBezTo>
                <a:cubicBezTo>
                  <a:pt x="5225059" y="6232501"/>
                  <a:pt x="5222287" y="6226157"/>
                  <a:pt x="5220501" y="6217004"/>
                </a:cubicBezTo>
                <a:lnTo>
                  <a:pt x="5175071" y="6223032"/>
                </a:lnTo>
                <a:cubicBezTo>
                  <a:pt x="5178048" y="6233227"/>
                  <a:pt x="5182308" y="6241691"/>
                  <a:pt x="5187852" y="6248426"/>
                </a:cubicBezTo>
                <a:cubicBezTo>
                  <a:pt x="5193395" y="6255160"/>
                  <a:pt x="5200465" y="6260276"/>
                  <a:pt x="5209060" y="6263774"/>
                </a:cubicBezTo>
                <a:cubicBezTo>
                  <a:pt x="5217654" y="6267271"/>
                  <a:pt x="5229393" y="6269020"/>
                  <a:pt x="5244276" y="6269020"/>
                </a:cubicBezTo>
                <a:cubicBezTo>
                  <a:pt x="5259531" y="6269020"/>
                  <a:pt x="5271846" y="6266657"/>
                  <a:pt x="5281223" y="6261932"/>
                </a:cubicBezTo>
                <a:cubicBezTo>
                  <a:pt x="5290599" y="6257207"/>
                  <a:pt x="5297780" y="6250472"/>
                  <a:pt x="5302765" y="6241728"/>
                </a:cubicBezTo>
                <a:cubicBezTo>
                  <a:pt x="5307751" y="6232985"/>
                  <a:pt x="5310244" y="6223850"/>
                  <a:pt x="5310244" y="6214325"/>
                </a:cubicBezTo>
                <a:cubicBezTo>
                  <a:pt x="5310244" y="6206735"/>
                  <a:pt x="5308737" y="6200205"/>
                  <a:pt x="5305723" y="6194736"/>
                </a:cubicBezTo>
                <a:cubicBezTo>
                  <a:pt x="5302710" y="6189266"/>
                  <a:pt x="5298487" y="6184857"/>
                  <a:pt x="5293054" y="6181509"/>
                </a:cubicBezTo>
                <a:cubicBezTo>
                  <a:pt x="5289706" y="6179425"/>
                  <a:pt x="5284869" y="6177602"/>
                  <a:pt x="5278544" y="6176039"/>
                </a:cubicBezTo>
                <a:cubicBezTo>
                  <a:pt x="5286357" y="6171723"/>
                  <a:pt x="5292199" y="6166700"/>
                  <a:pt x="5296068" y="6160971"/>
                </a:cubicBezTo>
                <a:cubicBezTo>
                  <a:pt x="5299938" y="6155241"/>
                  <a:pt x="5301873" y="6148841"/>
                  <a:pt x="5301873" y="6141772"/>
                </a:cubicBezTo>
                <a:cubicBezTo>
                  <a:pt x="5301873" y="6129717"/>
                  <a:pt x="5297110" y="6119708"/>
                  <a:pt x="5287586" y="6111746"/>
                </a:cubicBezTo>
                <a:cubicBezTo>
                  <a:pt x="5278060" y="6103783"/>
                  <a:pt x="5262619" y="6099802"/>
                  <a:pt x="5241262" y="6099802"/>
                </a:cubicBezTo>
                <a:close/>
                <a:moveTo>
                  <a:pt x="6817929" y="5868784"/>
                </a:moveTo>
                <a:lnTo>
                  <a:pt x="6835994" y="5927608"/>
                </a:lnTo>
                <a:lnTo>
                  <a:pt x="6800057" y="5927608"/>
                </a:lnTo>
                <a:close/>
                <a:moveTo>
                  <a:pt x="6208329" y="5868784"/>
                </a:moveTo>
                <a:lnTo>
                  <a:pt x="6226394" y="5927608"/>
                </a:lnTo>
                <a:lnTo>
                  <a:pt x="6190457" y="5927608"/>
                </a:lnTo>
                <a:close/>
                <a:moveTo>
                  <a:pt x="5208204" y="5868784"/>
                </a:moveTo>
                <a:lnTo>
                  <a:pt x="5226269" y="5927608"/>
                </a:lnTo>
                <a:lnTo>
                  <a:pt x="5190332" y="5927608"/>
                </a:lnTo>
                <a:close/>
                <a:moveTo>
                  <a:pt x="7359310" y="5859408"/>
                </a:moveTo>
                <a:lnTo>
                  <a:pt x="7381522" y="5859408"/>
                </a:lnTo>
                <a:cubicBezTo>
                  <a:pt x="7390750" y="5859408"/>
                  <a:pt x="7397038" y="5860821"/>
                  <a:pt x="7400386" y="5863649"/>
                </a:cubicBezTo>
                <a:cubicBezTo>
                  <a:pt x="7403735" y="5866477"/>
                  <a:pt x="7405409" y="5870532"/>
                  <a:pt x="7405409" y="5875816"/>
                </a:cubicBezTo>
                <a:cubicBezTo>
                  <a:pt x="7405409" y="5879388"/>
                  <a:pt x="7404349" y="5882550"/>
                  <a:pt x="7402228" y="5885304"/>
                </a:cubicBezTo>
                <a:cubicBezTo>
                  <a:pt x="7400107" y="5888057"/>
                  <a:pt x="7397372" y="5889768"/>
                  <a:pt x="7394024" y="5890438"/>
                </a:cubicBezTo>
                <a:cubicBezTo>
                  <a:pt x="7387401" y="5891927"/>
                  <a:pt x="7382936" y="5892671"/>
                  <a:pt x="7380629" y="5892671"/>
                </a:cubicBezTo>
                <a:lnTo>
                  <a:pt x="7359310" y="5892671"/>
                </a:lnTo>
                <a:close/>
                <a:moveTo>
                  <a:pt x="7308522" y="5826368"/>
                </a:moveTo>
                <a:lnTo>
                  <a:pt x="7308522" y="5990004"/>
                </a:lnTo>
                <a:lnTo>
                  <a:pt x="7359310" y="5990004"/>
                </a:lnTo>
                <a:lnTo>
                  <a:pt x="7359310" y="5923590"/>
                </a:lnTo>
                <a:lnTo>
                  <a:pt x="7363775" y="5923590"/>
                </a:lnTo>
                <a:cubicBezTo>
                  <a:pt x="7368388" y="5923590"/>
                  <a:pt x="7372518" y="5924855"/>
                  <a:pt x="7376164" y="5927385"/>
                </a:cubicBezTo>
                <a:cubicBezTo>
                  <a:pt x="7378843" y="5929320"/>
                  <a:pt x="7381894" y="5933524"/>
                  <a:pt x="7385317" y="5939998"/>
                </a:cubicBezTo>
                <a:lnTo>
                  <a:pt x="7412345" y="5990004"/>
                </a:lnTo>
                <a:lnTo>
                  <a:pt x="7469480" y="5990004"/>
                </a:lnTo>
                <a:lnTo>
                  <a:pt x="7444993" y="5942588"/>
                </a:lnTo>
                <a:cubicBezTo>
                  <a:pt x="7443803" y="5940204"/>
                  <a:pt x="7441442" y="5936815"/>
                  <a:pt x="7437910" y="5932421"/>
                </a:cubicBezTo>
                <a:cubicBezTo>
                  <a:pt x="7434378" y="5928026"/>
                  <a:pt x="7431682" y="5925159"/>
                  <a:pt x="7429823" y="5923818"/>
                </a:cubicBezTo>
                <a:cubicBezTo>
                  <a:pt x="7427071" y="5921808"/>
                  <a:pt x="7422683" y="5919797"/>
                  <a:pt x="7416660" y="5917785"/>
                </a:cubicBezTo>
                <a:cubicBezTo>
                  <a:pt x="7424181" y="5916074"/>
                  <a:pt x="7430100" y="5913916"/>
                  <a:pt x="7434418" y="5911311"/>
                </a:cubicBezTo>
                <a:cubicBezTo>
                  <a:pt x="7441194" y="5907219"/>
                  <a:pt x="7446517" y="5901879"/>
                  <a:pt x="7450389" y="5895294"/>
                </a:cubicBezTo>
                <a:cubicBezTo>
                  <a:pt x="7454261" y="5888708"/>
                  <a:pt x="7456197" y="5880876"/>
                  <a:pt x="7456197" y="5871798"/>
                </a:cubicBezTo>
                <a:cubicBezTo>
                  <a:pt x="7456197" y="5861380"/>
                  <a:pt x="7453667" y="5852543"/>
                  <a:pt x="7448607" y="5845287"/>
                </a:cubicBezTo>
                <a:cubicBezTo>
                  <a:pt x="7443546" y="5838032"/>
                  <a:pt x="7436886" y="5833065"/>
                  <a:pt x="7428626" y="5830386"/>
                </a:cubicBezTo>
                <a:cubicBezTo>
                  <a:pt x="7420366" y="5827707"/>
                  <a:pt x="7408423" y="5826368"/>
                  <a:pt x="7392796" y="5826368"/>
                </a:cubicBezTo>
                <a:close/>
                <a:moveTo>
                  <a:pt x="7117464" y="5826368"/>
                </a:moveTo>
                <a:lnTo>
                  <a:pt x="7117464" y="5923860"/>
                </a:lnTo>
                <a:cubicBezTo>
                  <a:pt x="7117464" y="5931891"/>
                  <a:pt x="7119027" y="5941112"/>
                  <a:pt x="7122152" y="5951523"/>
                </a:cubicBezTo>
                <a:cubicBezTo>
                  <a:pt x="7124087" y="5957992"/>
                  <a:pt x="7127677" y="5964276"/>
                  <a:pt x="7132923" y="5970374"/>
                </a:cubicBezTo>
                <a:cubicBezTo>
                  <a:pt x="7138170" y="5976472"/>
                  <a:pt x="7143955" y="5981175"/>
                  <a:pt x="7150281" y="5984484"/>
                </a:cubicBezTo>
                <a:cubicBezTo>
                  <a:pt x="7156606" y="5987793"/>
                  <a:pt x="7164475" y="5990006"/>
                  <a:pt x="7173888" y="5991121"/>
                </a:cubicBezTo>
                <a:cubicBezTo>
                  <a:pt x="7183302" y="5992237"/>
                  <a:pt x="7191990" y="5992795"/>
                  <a:pt x="7199952" y="5992795"/>
                </a:cubicBezTo>
                <a:cubicBezTo>
                  <a:pt x="7213719" y="5992795"/>
                  <a:pt x="7225513" y="5990973"/>
                  <a:pt x="7235336" y="5987329"/>
                </a:cubicBezTo>
                <a:cubicBezTo>
                  <a:pt x="7242405" y="5984727"/>
                  <a:pt x="7249158" y="5980209"/>
                  <a:pt x="7255595" y="5973776"/>
                </a:cubicBezTo>
                <a:cubicBezTo>
                  <a:pt x="7262032" y="5967344"/>
                  <a:pt x="7266757" y="5959833"/>
                  <a:pt x="7269771" y="5951244"/>
                </a:cubicBezTo>
                <a:cubicBezTo>
                  <a:pt x="7272785" y="5942655"/>
                  <a:pt x="7274292" y="5933527"/>
                  <a:pt x="7274292" y="5923860"/>
                </a:cubicBezTo>
                <a:lnTo>
                  <a:pt x="7274292" y="5826368"/>
                </a:lnTo>
                <a:lnTo>
                  <a:pt x="7223839" y="5826368"/>
                </a:lnTo>
                <a:lnTo>
                  <a:pt x="7223839" y="5926181"/>
                </a:lnTo>
                <a:cubicBezTo>
                  <a:pt x="7223839" y="5935252"/>
                  <a:pt x="7221365" y="5942259"/>
                  <a:pt x="7216416" y="5947204"/>
                </a:cubicBezTo>
                <a:cubicBezTo>
                  <a:pt x="7211468" y="5952148"/>
                  <a:pt x="7204640" y="5954620"/>
                  <a:pt x="7195934" y="5954620"/>
                </a:cubicBezTo>
                <a:cubicBezTo>
                  <a:pt x="7187153" y="5954620"/>
                  <a:pt x="7180288" y="5952111"/>
                  <a:pt x="7175340" y="5947093"/>
                </a:cubicBezTo>
                <a:cubicBezTo>
                  <a:pt x="7170391" y="5942075"/>
                  <a:pt x="7167917" y="5935104"/>
                  <a:pt x="7167917" y="5926181"/>
                </a:cubicBezTo>
                <a:lnTo>
                  <a:pt x="7167917" y="5826368"/>
                </a:lnTo>
                <a:close/>
                <a:moveTo>
                  <a:pt x="6927076" y="5826368"/>
                </a:moveTo>
                <a:lnTo>
                  <a:pt x="6927076" y="5990004"/>
                </a:lnTo>
                <a:lnTo>
                  <a:pt x="6977640" y="5990004"/>
                </a:lnTo>
                <a:lnTo>
                  <a:pt x="6977640" y="5950074"/>
                </a:lnTo>
                <a:lnTo>
                  <a:pt x="7003763" y="5922709"/>
                </a:lnTo>
                <a:lnTo>
                  <a:pt x="7038266" y="5990004"/>
                </a:lnTo>
                <a:lnTo>
                  <a:pt x="7100535" y="5990004"/>
                </a:lnTo>
                <a:lnTo>
                  <a:pt x="7038142" y="5888131"/>
                </a:lnTo>
                <a:lnTo>
                  <a:pt x="7097856" y="5826368"/>
                </a:lnTo>
                <a:lnTo>
                  <a:pt x="7030606" y="5826368"/>
                </a:lnTo>
                <a:lnTo>
                  <a:pt x="6977640" y="5888206"/>
                </a:lnTo>
                <a:lnTo>
                  <a:pt x="6977640" y="5826368"/>
                </a:lnTo>
                <a:close/>
                <a:moveTo>
                  <a:pt x="6790971" y="5826368"/>
                </a:moveTo>
                <a:lnTo>
                  <a:pt x="6729469" y="5990004"/>
                </a:lnTo>
                <a:lnTo>
                  <a:pt x="6781099" y="5990004"/>
                </a:lnTo>
                <a:lnTo>
                  <a:pt x="6789075" y="5962992"/>
                </a:lnTo>
                <a:lnTo>
                  <a:pt x="6846483" y="5962992"/>
                </a:lnTo>
                <a:lnTo>
                  <a:pt x="6854668" y="5990004"/>
                </a:lnTo>
                <a:lnTo>
                  <a:pt x="6907616" y="5990004"/>
                </a:lnTo>
                <a:lnTo>
                  <a:pt x="6846125" y="5826368"/>
                </a:lnTo>
                <a:close/>
                <a:moveTo>
                  <a:pt x="6555601" y="5826368"/>
                </a:moveTo>
                <a:lnTo>
                  <a:pt x="6555601" y="5990004"/>
                </a:lnTo>
                <a:lnTo>
                  <a:pt x="6606165" y="5990004"/>
                </a:lnTo>
                <a:lnTo>
                  <a:pt x="6606165" y="5923813"/>
                </a:lnTo>
                <a:lnTo>
                  <a:pt x="6661417" y="5923813"/>
                </a:lnTo>
                <a:lnTo>
                  <a:pt x="6661417" y="5990004"/>
                </a:lnTo>
                <a:lnTo>
                  <a:pt x="6712205" y="5990004"/>
                </a:lnTo>
                <a:lnTo>
                  <a:pt x="6712205" y="5826368"/>
                </a:lnTo>
                <a:lnTo>
                  <a:pt x="6661417" y="5826368"/>
                </a:lnTo>
                <a:lnTo>
                  <a:pt x="6661417" y="5883629"/>
                </a:lnTo>
                <a:lnTo>
                  <a:pt x="6606165" y="5883629"/>
                </a:lnTo>
                <a:lnTo>
                  <a:pt x="6606165" y="5826368"/>
                </a:lnTo>
                <a:close/>
                <a:moveTo>
                  <a:pt x="6381955" y="5826368"/>
                </a:moveTo>
                <a:lnTo>
                  <a:pt x="6381955" y="5866775"/>
                </a:lnTo>
                <a:lnTo>
                  <a:pt x="6433524" y="5866775"/>
                </a:lnTo>
                <a:lnTo>
                  <a:pt x="6433524" y="5990004"/>
                </a:lnTo>
                <a:lnTo>
                  <a:pt x="6484089" y="5990004"/>
                </a:lnTo>
                <a:lnTo>
                  <a:pt x="6484089" y="5866775"/>
                </a:lnTo>
                <a:lnTo>
                  <a:pt x="6535658" y="5866775"/>
                </a:lnTo>
                <a:lnTo>
                  <a:pt x="6535658" y="5826368"/>
                </a:lnTo>
                <a:close/>
                <a:moveTo>
                  <a:pt x="6181371" y="5826368"/>
                </a:moveTo>
                <a:lnTo>
                  <a:pt x="6119869" y="5990004"/>
                </a:lnTo>
                <a:lnTo>
                  <a:pt x="6171499" y="5990004"/>
                </a:lnTo>
                <a:lnTo>
                  <a:pt x="6179475" y="5962992"/>
                </a:lnTo>
                <a:lnTo>
                  <a:pt x="6236883" y="5962992"/>
                </a:lnTo>
                <a:lnTo>
                  <a:pt x="6245068" y="5990004"/>
                </a:lnTo>
                <a:lnTo>
                  <a:pt x="6298016" y="5990004"/>
                </a:lnTo>
                <a:lnTo>
                  <a:pt x="6236525" y="5826368"/>
                </a:lnTo>
                <a:close/>
                <a:moveTo>
                  <a:pt x="5946001" y="5826368"/>
                </a:moveTo>
                <a:lnTo>
                  <a:pt x="5946001" y="5990004"/>
                </a:lnTo>
                <a:lnTo>
                  <a:pt x="5996565" y="5990004"/>
                </a:lnTo>
                <a:lnTo>
                  <a:pt x="5996565" y="5950074"/>
                </a:lnTo>
                <a:lnTo>
                  <a:pt x="6022688" y="5922709"/>
                </a:lnTo>
                <a:lnTo>
                  <a:pt x="6057191" y="5990004"/>
                </a:lnTo>
                <a:lnTo>
                  <a:pt x="6119460" y="5990004"/>
                </a:lnTo>
                <a:lnTo>
                  <a:pt x="6057067" y="5888131"/>
                </a:lnTo>
                <a:lnTo>
                  <a:pt x="6116781" y="5826368"/>
                </a:lnTo>
                <a:lnTo>
                  <a:pt x="6049532" y="5826368"/>
                </a:lnTo>
                <a:lnTo>
                  <a:pt x="5996565" y="5888206"/>
                </a:lnTo>
                <a:lnTo>
                  <a:pt x="5996565" y="5826368"/>
                </a:lnTo>
                <a:close/>
                <a:moveTo>
                  <a:pt x="5755501" y="5826368"/>
                </a:moveTo>
                <a:lnTo>
                  <a:pt x="5755501" y="5990004"/>
                </a:lnTo>
                <a:lnTo>
                  <a:pt x="5806065" y="5990004"/>
                </a:lnTo>
                <a:lnTo>
                  <a:pt x="5806065" y="5923813"/>
                </a:lnTo>
                <a:lnTo>
                  <a:pt x="5861317" y="5923813"/>
                </a:lnTo>
                <a:lnTo>
                  <a:pt x="5861317" y="5990004"/>
                </a:lnTo>
                <a:lnTo>
                  <a:pt x="5912106" y="5990004"/>
                </a:lnTo>
                <a:lnTo>
                  <a:pt x="5912106" y="5826368"/>
                </a:lnTo>
                <a:lnTo>
                  <a:pt x="5861317" y="5826368"/>
                </a:lnTo>
                <a:lnTo>
                  <a:pt x="5861317" y="5883629"/>
                </a:lnTo>
                <a:lnTo>
                  <a:pt x="5806065" y="5883629"/>
                </a:lnTo>
                <a:lnTo>
                  <a:pt x="5806065" y="5826368"/>
                </a:lnTo>
                <a:close/>
                <a:moveTo>
                  <a:pt x="5509637" y="5826368"/>
                </a:moveTo>
                <a:lnTo>
                  <a:pt x="5509637" y="5990004"/>
                </a:lnTo>
                <a:lnTo>
                  <a:pt x="5560313" y="5990004"/>
                </a:lnTo>
                <a:lnTo>
                  <a:pt x="5560313" y="5826368"/>
                </a:lnTo>
                <a:close/>
                <a:moveTo>
                  <a:pt x="5317462" y="5826368"/>
                </a:moveTo>
                <a:lnTo>
                  <a:pt x="5317462" y="5990004"/>
                </a:lnTo>
                <a:lnTo>
                  <a:pt x="5365013" y="5990004"/>
                </a:lnTo>
                <a:lnTo>
                  <a:pt x="5365013" y="5900156"/>
                </a:lnTo>
                <a:lnTo>
                  <a:pt x="5426293" y="5990004"/>
                </a:lnTo>
                <a:lnTo>
                  <a:pt x="5473955" y="5990004"/>
                </a:lnTo>
                <a:lnTo>
                  <a:pt x="5473955" y="5826368"/>
                </a:lnTo>
                <a:lnTo>
                  <a:pt x="5426293" y="5826368"/>
                </a:lnTo>
                <a:lnTo>
                  <a:pt x="5426293" y="5916899"/>
                </a:lnTo>
                <a:lnTo>
                  <a:pt x="5364678" y="5826368"/>
                </a:lnTo>
                <a:close/>
                <a:moveTo>
                  <a:pt x="5181246" y="5826368"/>
                </a:moveTo>
                <a:lnTo>
                  <a:pt x="5119744" y="5990004"/>
                </a:lnTo>
                <a:lnTo>
                  <a:pt x="5171374" y="5990004"/>
                </a:lnTo>
                <a:lnTo>
                  <a:pt x="5179350" y="5962992"/>
                </a:lnTo>
                <a:lnTo>
                  <a:pt x="5236758" y="5962992"/>
                </a:lnTo>
                <a:lnTo>
                  <a:pt x="5244943" y="5990004"/>
                </a:lnTo>
                <a:lnTo>
                  <a:pt x="5297891" y="5990004"/>
                </a:lnTo>
                <a:lnTo>
                  <a:pt x="5236400" y="5826368"/>
                </a:lnTo>
                <a:close/>
                <a:moveTo>
                  <a:pt x="4945876" y="5826368"/>
                </a:moveTo>
                <a:lnTo>
                  <a:pt x="4945876" y="5990004"/>
                </a:lnTo>
                <a:lnTo>
                  <a:pt x="4996440" y="5990004"/>
                </a:lnTo>
                <a:lnTo>
                  <a:pt x="4996440" y="5950074"/>
                </a:lnTo>
                <a:lnTo>
                  <a:pt x="5022563" y="5922709"/>
                </a:lnTo>
                <a:lnTo>
                  <a:pt x="5057066" y="5990004"/>
                </a:lnTo>
                <a:lnTo>
                  <a:pt x="5119335" y="5990004"/>
                </a:lnTo>
                <a:lnTo>
                  <a:pt x="5056942" y="5888131"/>
                </a:lnTo>
                <a:lnTo>
                  <a:pt x="5116656" y="5826368"/>
                </a:lnTo>
                <a:lnTo>
                  <a:pt x="5049406" y="5826368"/>
                </a:lnTo>
                <a:lnTo>
                  <a:pt x="4996440" y="5888206"/>
                </a:lnTo>
                <a:lnTo>
                  <a:pt x="4996440" y="5826368"/>
                </a:lnTo>
                <a:close/>
                <a:moveTo>
                  <a:pt x="5660213" y="5823577"/>
                </a:moveTo>
                <a:cubicBezTo>
                  <a:pt x="5643173" y="5823577"/>
                  <a:pt x="5629759" y="5825717"/>
                  <a:pt x="5619974" y="5829995"/>
                </a:cubicBezTo>
                <a:cubicBezTo>
                  <a:pt x="5610189" y="5834274"/>
                  <a:pt x="5602859" y="5840153"/>
                  <a:pt x="5597985" y="5847632"/>
                </a:cubicBezTo>
                <a:cubicBezTo>
                  <a:pt x="5593111" y="5855110"/>
                  <a:pt x="5590673" y="5863054"/>
                  <a:pt x="5590673" y="5871463"/>
                </a:cubicBezTo>
                <a:cubicBezTo>
                  <a:pt x="5590673" y="5884262"/>
                  <a:pt x="5595436" y="5894791"/>
                  <a:pt x="5604961" y="5903051"/>
                </a:cubicBezTo>
                <a:cubicBezTo>
                  <a:pt x="5614412" y="5911311"/>
                  <a:pt x="5630225" y="5917934"/>
                  <a:pt x="5652400" y="5922920"/>
                </a:cubicBezTo>
                <a:cubicBezTo>
                  <a:pt x="5665943" y="5925897"/>
                  <a:pt x="5674575" y="5929059"/>
                  <a:pt x="5678296" y="5932408"/>
                </a:cubicBezTo>
                <a:cubicBezTo>
                  <a:pt x="5682017" y="5935756"/>
                  <a:pt x="5683877" y="5939552"/>
                  <a:pt x="5683877" y="5943793"/>
                </a:cubicBezTo>
                <a:cubicBezTo>
                  <a:pt x="5683877" y="5948258"/>
                  <a:pt x="5681924" y="5952183"/>
                  <a:pt x="5678018" y="5955569"/>
                </a:cubicBezTo>
                <a:cubicBezTo>
                  <a:pt x="5674110" y="5958955"/>
                  <a:pt x="5668548" y="5960648"/>
                  <a:pt x="5661330" y="5960648"/>
                </a:cubicBezTo>
                <a:cubicBezTo>
                  <a:pt x="5651656" y="5960648"/>
                  <a:pt x="5644215" y="5957336"/>
                  <a:pt x="5639005" y="5950714"/>
                </a:cubicBezTo>
                <a:cubicBezTo>
                  <a:pt x="5635806" y="5946621"/>
                  <a:pt x="5633685" y="5940668"/>
                  <a:pt x="5632643" y="5932854"/>
                </a:cubicBezTo>
                <a:lnTo>
                  <a:pt x="5584534" y="5935868"/>
                </a:lnTo>
                <a:cubicBezTo>
                  <a:pt x="5585948" y="5952388"/>
                  <a:pt x="5592013" y="5966006"/>
                  <a:pt x="5602729" y="5976721"/>
                </a:cubicBezTo>
                <a:cubicBezTo>
                  <a:pt x="5613444" y="5987437"/>
                  <a:pt x="5632717" y="5992795"/>
                  <a:pt x="5660548" y="5992795"/>
                </a:cubicBezTo>
                <a:cubicBezTo>
                  <a:pt x="5676398" y="5992795"/>
                  <a:pt x="5689533" y="5990507"/>
                  <a:pt x="5699951" y="5985930"/>
                </a:cubicBezTo>
                <a:cubicBezTo>
                  <a:pt x="5710368" y="5981354"/>
                  <a:pt x="5718480" y="5974638"/>
                  <a:pt x="5724284" y="5965782"/>
                </a:cubicBezTo>
                <a:cubicBezTo>
                  <a:pt x="5730088" y="5956927"/>
                  <a:pt x="5732990" y="5947253"/>
                  <a:pt x="5732990" y="5936761"/>
                </a:cubicBezTo>
                <a:cubicBezTo>
                  <a:pt x="5732990" y="5927831"/>
                  <a:pt x="5730814" y="5919757"/>
                  <a:pt x="5726461" y="5912539"/>
                </a:cubicBezTo>
                <a:cubicBezTo>
                  <a:pt x="5722107" y="5905321"/>
                  <a:pt x="5715150" y="5899275"/>
                  <a:pt x="5705587" y="5894401"/>
                </a:cubicBezTo>
                <a:cubicBezTo>
                  <a:pt x="5696025" y="5889527"/>
                  <a:pt x="5680194" y="5884708"/>
                  <a:pt x="5658093" y="5879946"/>
                </a:cubicBezTo>
                <a:cubicBezTo>
                  <a:pt x="5649163" y="5878085"/>
                  <a:pt x="5643507" y="5876076"/>
                  <a:pt x="5641126" y="5873918"/>
                </a:cubicBezTo>
                <a:cubicBezTo>
                  <a:pt x="5638671" y="5871835"/>
                  <a:pt x="5637443" y="5869491"/>
                  <a:pt x="5637443" y="5866886"/>
                </a:cubicBezTo>
                <a:cubicBezTo>
                  <a:pt x="5637443" y="5863314"/>
                  <a:pt x="5638931" y="5860282"/>
                  <a:pt x="5641908" y="5857789"/>
                </a:cubicBezTo>
                <a:cubicBezTo>
                  <a:pt x="5644884" y="5855296"/>
                  <a:pt x="5649312" y="5854050"/>
                  <a:pt x="5655190" y="5854050"/>
                </a:cubicBezTo>
                <a:cubicBezTo>
                  <a:pt x="5662334" y="5854050"/>
                  <a:pt x="5667934" y="5855724"/>
                  <a:pt x="5671989" y="5859073"/>
                </a:cubicBezTo>
                <a:cubicBezTo>
                  <a:pt x="5676045" y="5862421"/>
                  <a:pt x="5678706" y="5867779"/>
                  <a:pt x="5679971" y="5875146"/>
                </a:cubicBezTo>
                <a:lnTo>
                  <a:pt x="5727633" y="5872356"/>
                </a:lnTo>
                <a:cubicBezTo>
                  <a:pt x="5725549" y="5855389"/>
                  <a:pt x="5719019" y="5843018"/>
                  <a:pt x="5708043" y="5835242"/>
                </a:cubicBezTo>
                <a:cubicBezTo>
                  <a:pt x="5697067" y="5827465"/>
                  <a:pt x="5681124" y="5823577"/>
                  <a:pt x="5660213" y="5823577"/>
                </a:cubicBezTo>
                <a:close/>
                <a:moveTo>
                  <a:pt x="7257956" y="3868241"/>
                </a:moveTo>
                <a:lnTo>
                  <a:pt x="7257956" y="4413696"/>
                </a:lnTo>
                <a:lnTo>
                  <a:pt x="7717835" y="4413696"/>
                </a:lnTo>
                <a:lnTo>
                  <a:pt x="7717835" y="4290169"/>
                </a:lnTo>
                <a:lnTo>
                  <a:pt x="7426876" y="4290169"/>
                </a:lnTo>
                <a:lnTo>
                  <a:pt x="7426876" y="4182640"/>
                </a:lnTo>
                <a:lnTo>
                  <a:pt x="7689185" y="4182640"/>
                </a:lnTo>
                <a:lnTo>
                  <a:pt x="7689185" y="4071391"/>
                </a:lnTo>
                <a:lnTo>
                  <a:pt x="7426876" y="4071391"/>
                </a:lnTo>
                <a:lnTo>
                  <a:pt x="7426876" y="3984699"/>
                </a:lnTo>
                <a:lnTo>
                  <a:pt x="7709649" y="3984699"/>
                </a:lnTo>
                <a:lnTo>
                  <a:pt x="7709649" y="3868241"/>
                </a:lnTo>
                <a:close/>
                <a:moveTo>
                  <a:pt x="6532567" y="3868241"/>
                </a:moveTo>
                <a:lnTo>
                  <a:pt x="6532567" y="4413696"/>
                </a:lnTo>
                <a:lnTo>
                  <a:pt x="6670606" y="4413696"/>
                </a:lnTo>
                <a:lnTo>
                  <a:pt x="6670606" y="3997722"/>
                </a:lnTo>
                <a:lnTo>
                  <a:pt x="6776773" y="4413696"/>
                </a:lnTo>
                <a:lnTo>
                  <a:pt x="6901714" y="4413696"/>
                </a:lnTo>
                <a:lnTo>
                  <a:pt x="7008073" y="3997722"/>
                </a:lnTo>
                <a:lnTo>
                  <a:pt x="7008073" y="4413696"/>
                </a:lnTo>
                <a:lnTo>
                  <a:pt x="7146111" y="4413696"/>
                </a:lnTo>
                <a:lnTo>
                  <a:pt x="7146111" y="3868241"/>
                </a:lnTo>
                <a:lnTo>
                  <a:pt x="6924584" y="3868241"/>
                </a:lnTo>
                <a:lnTo>
                  <a:pt x="6839712" y="4200128"/>
                </a:lnTo>
                <a:lnTo>
                  <a:pt x="6754228" y="3868241"/>
                </a:lnTo>
                <a:close/>
                <a:moveTo>
                  <a:pt x="5888812" y="3868241"/>
                </a:moveTo>
                <a:lnTo>
                  <a:pt x="6101264" y="4185245"/>
                </a:lnTo>
                <a:lnTo>
                  <a:pt x="6101264" y="4413696"/>
                </a:lnTo>
                <a:lnTo>
                  <a:pt x="6270183" y="4413696"/>
                </a:lnTo>
                <a:lnTo>
                  <a:pt x="6270183" y="4185245"/>
                </a:lnTo>
                <a:lnTo>
                  <a:pt x="6482264" y="3868241"/>
                </a:lnTo>
                <a:lnTo>
                  <a:pt x="6296048" y="3868241"/>
                </a:lnTo>
                <a:lnTo>
                  <a:pt x="6185933" y="4052247"/>
                </a:lnTo>
                <a:lnTo>
                  <a:pt x="6076027" y="3868241"/>
                </a:lnTo>
                <a:close/>
                <a:moveTo>
                  <a:pt x="5377661" y="3868241"/>
                </a:moveTo>
                <a:lnTo>
                  <a:pt x="5377661" y="3984699"/>
                </a:lnTo>
                <a:lnTo>
                  <a:pt x="5651250" y="3984699"/>
                </a:lnTo>
                <a:lnTo>
                  <a:pt x="5348268" y="4300587"/>
                </a:lnTo>
                <a:lnTo>
                  <a:pt x="5348268" y="4413696"/>
                </a:lnTo>
                <a:lnTo>
                  <a:pt x="5865817" y="4413696"/>
                </a:lnTo>
                <a:lnTo>
                  <a:pt x="5865817" y="4296494"/>
                </a:lnTo>
                <a:lnTo>
                  <a:pt x="5548471" y="4296494"/>
                </a:lnTo>
                <a:lnTo>
                  <a:pt x="5854656" y="3977258"/>
                </a:lnTo>
                <a:lnTo>
                  <a:pt x="5854656" y="3868241"/>
                </a:lnTo>
                <a:close/>
                <a:moveTo>
                  <a:pt x="4754370" y="3868241"/>
                </a:moveTo>
                <a:lnTo>
                  <a:pt x="4754370" y="4413696"/>
                </a:lnTo>
                <a:lnTo>
                  <a:pt x="4912871" y="4413696"/>
                </a:lnTo>
                <a:lnTo>
                  <a:pt x="4912871" y="4114203"/>
                </a:lnTo>
                <a:lnTo>
                  <a:pt x="5117138" y="4413696"/>
                </a:lnTo>
                <a:lnTo>
                  <a:pt x="5276012" y="4413696"/>
                </a:lnTo>
                <a:lnTo>
                  <a:pt x="5276012" y="3868241"/>
                </a:lnTo>
                <a:lnTo>
                  <a:pt x="5117138" y="3868241"/>
                </a:lnTo>
                <a:lnTo>
                  <a:pt x="5117138" y="4170013"/>
                </a:lnTo>
                <a:lnTo>
                  <a:pt x="4911755" y="3868241"/>
                </a:lnTo>
                <a:close/>
                <a:moveTo>
                  <a:pt x="4200431" y="3868241"/>
                </a:moveTo>
                <a:lnTo>
                  <a:pt x="4200431" y="4413696"/>
                </a:lnTo>
                <a:lnTo>
                  <a:pt x="4660310" y="4413696"/>
                </a:lnTo>
                <a:lnTo>
                  <a:pt x="4660310" y="4290169"/>
                </a:lnTo>
                <a:lnTo>
                  <a:pt x="4369351" y="4290169"/>
                </a:lnTo>
                <a:lnTo>
                  <a:pt x="4369351" y="4182640"/>
                </a:lnTo>
                <a:lnTo>
                  <a:pt x="4631661" y="4182640"/>
                </a:lnTo>
                <a:lnTo>
                  <a:pt x="4631661" y="4071391"/>
                </a:lnTo>
                <a:lnTo>
                  <a:pt x="4369351" y="4071391"/>
                </a:lnTo>
                <a:lnTo>
                  <a:pt x="4369351" y="3984699"/>
                </a:lnTo>
                <a:lnTo>
                  <a:pt x="4652124" y="3984699"/>
                </a:lnTo>
                <a:lnTo>
                  <a:pt x="4652124" y="3868241"/>
                </a:lnTo>
                <a:close/>
                <a:moveTo>
                  <a:pt x="8033648" y="3858939"/>
                </a:moveTo>
                <a:cubicBezTo>
                  <a:pt x="7976845" y="3858939"/>
                  <a:pt x="7932134" y="3866071"/>
                  <a:pt x="7899517" y="3880333"/>
                </a:cubicBezTo>
                <a:cubicBezTo>
                  <a:pt x="7866898" y="3894596"/>
                  <a:pt x="7842466" y="3914192"/>
                  <a:pt x="7826219" y="3939120"/>
                </a:cubicBezTo>
                <a:cubicBezTo>
                  <a:pt x="7809972" y="3964049"/>
                  <a:pt x="7801848" y="3990528"/>
                  <a:pt x="7801848" y="4018557"/>
                </a:cubicBezTo>
                <a:cubicBezTo>
                  <a:pt x="7801848" y="4061222"/>
                  <a:pt x="7817723" y="4096320"/>
                  <a:pt x="7849473" y="4123853"/>
                </a:cubicBezTo>
                <a:cubicBezTo>
                  <a:pt x="7880975" y="4151387"/>
                  <a:pt x="7933685" y="4173463"/>
                  <a:pt x="8007603" y="4190082"/>
                </a:cubicBezTo>
                <a:cubicBezTo>
                  <a:pt x="8052747" y="4200004"/>
                  <a:pt x="8081521" y="4210546"/>
                  <a:pt x="8093923" y="4221708"/>
                </a:cubicBezTo>
                <a:cubicBezTo>
                  <a:pt x="8106326" y="4232870"/>
                  <a:pt x="8112527" y="4245520"/>
                  <a:pt x="8112527" y="4259659"/>
                </a:cubicBezTo>
                <a:cubicBezTo>
                  <a:pt x="8112527" y="4274542"/>
                  <a:pt x="8106016" y="4287626"/>
                  <a:pt x="8092993" y="4298912"/>
                </a:cubicBezTo>
                <a:cubicBezTo>
                  <a:pt x="8079971" y="4310199"/>
                  <a:pt x="8061429" y="4315842"/>
                  <a:pt x="8037369" y="4315842"/>
                </a:cubicBezTo>
                <a:cubicBezTo>
                  <a:pt x="8005122" y="4315842"/>
                  <a:pt x="7980318" y="4304804"/>
                  <a:pt x="7962955" y="4282727"/>
                </a:cubicBezTo>
                <a:cubicBezTo>
                  <a:pt x="7952288" y="4269085"/>
                  <a:pt x="7945219" y="4249241"/>
                  <a:pt x="7941747" y="4223196"/>
                </a:cubicBezTo>
                <a:lnTo>
                  <a:pt x="7781384" y="4233242"/>
                </a:lnTo>
                <a:cubicBezTo>
                  <a:pt x="7786097" y="4288308"/>
                  <a:pt x="7806313" y="4333701"/>
                  <a:pt x="7842032" y="4369420"/>
                </a:cubicBezTo>
                <a:cubicBezTo>
                  <a:pt x="7877751" y="4405138"/>
                  <a:pt x="7941994" y="4422998"/>
                  <a:pt x="8034764" y="4422998"/>
                </a:cubicBezTo>
                <a:cubicBezTo>
                  <a:pt x="8087598" y="4422998"/>
                  <a:pt x="8131378" y="4415370"/>
                  <a:pt x="8166105" y="4400115"/>
                </a:cubicBezTo>
                <a:cubicBezTo>
                  <a:pt x="8200831" y="4384861"/>
                  <a:pt x="8227869" y="4362474"/>
                  <a:pt x="8247216" y="4332957"/>
                </a:cubicBezTo>
                <a:cubicBezTo>
                  <a:pt x="8266564" y="4303439"/>
                  <a:pt x="8276238" y="4271193"/>
                  <a:pt x="8276238" y="4236219"/>
                </a:cubicBezTo>
                <a:cubicBezTo>
                  <a:pt x="8276238" y="4206453"/>
                  <a:pt x="8268982" y="4179540"/>
                  <a:pt x="8254472" y="4155479"/>
                </a:cubicBezTo>
                <a:cubicBezTo>
                  <a:pt x="8239961" y="4131419"/>
                  <a:pt x="8216768" y="4111265"/>
                  <a:pt x="8184895" y="4095018"/>
                </a:cubicBezTo>
                <a:cubicBezTo>
                  <a:pt x="8153020" y="4078771"/>
                  <a:pt x="8100249" y="4062710"/>
                  <a:pt x="8026579" y="4046835"/>
                </a:cubicBezTo>
                <a:cubicBezTo>
                  <a:pt x="7996813" y="4040634"/>
                  <a:pt x="7977961" y="4033936"/>
                  <a:pt x="7970024" y="4026743"/>
                </a:cubicBezTo>
                <a:cubicBezTo>
                  <a:pt x="7961838" y="4019798"/>
                  <a:pt x="7957746" y="4011984"/>
                  <a:pt x="7957746" y="4003303"/>
                </a:cubicBezTo>
                <a:cubicBezTo>
                  <a:pt x="7957746" y="3991396"/>
                  <a:pt x="7962706" y="3981288"/>
                  <a:pt x="7972628" y="3972979"/>
                </a:cubicBezTo>
                <a:cubicBezTo>
                  <a:pt x="7982550" y="3964669"/>
                  <a:pt x="7997309" y="3960515"/>
                  <a:pt x="8016905" y="3960515"/>
                </a:cubicBezTo>
                <a:cubicBezTo>
                  <a:pt x="8040717" y="3960515"/>
                  <a:pt x="8059382" y="3966096"/>
                  <a:pt x="8072901" y="3977258"/>
                </a:cubicBezTo>
                <a:cubicBezTo>
                  <a:pt x="8086420" y="3988420"/>
                  <a:pt x="8095287" y="4006279"/>
                  <a:pt x="8099504" y="4030836"/>
                </a:cubicBezTo>
                <a:lnTo>
                  <a:pt x="8258378" y="4021534"/>
                </a:lnTo>
                <a:cubicBezTo>
                  <a:pt x="8251433" y="3964979"/>
                  <a:pt x="8229667" y="3923741"/>
                  <a:pt x="8193080" y="3897821"/>
                </a:cubicBezTo>
                <a:cubicBezTo>
                  <a:pt x="8156493" y="3871900"/>
                  <a:pt x="8103349" y="3858939"/>
                  <a:pt x="8033648" y="3858939"/>
                </a:cubicBezTo>
                <a:close/>
                <a:moveTo>
                  <a:pt x="5612549" y="3095228"/>
                </a:moveTo>
                <a:lnTo>
                  <a:pt x="5672766" y="3291309"/>
                </a:lnTo>
                <a:lnTo>
                  <a:pt x="5552977" y="3291309"/>
                </a:lnTo>
                <a:close/>
                <a:moveTo>
                  <a:pt x="6771883" y="3077368"/>
                </a:moveTo>
                <a:lnTo>
                  <a:pt x="6813927" y="3077368"/>
                </a:lnTo>
                <a:cubicBezTo>
                  <a:pt x="6857583" y="3077368"/>
                  <a:pt x="6888837" y="3088034"/>
                  <a:pt x="6907689" y="3109367"/>
                </a:cubicBezTo>
                <a:cubicBezTo>
                  <a:pt x="6926540" y="3130699"/>
                  <a:pt x="6935966" y="3170262"/>
                  <a:pt x="6935966" y="3228057"/>
                </a:cubicBezTo>
                <a:cubicBezTo>
                  <a:pt x="6935966" y="3271714"/>
                  <a:pt x="6931749" y="3303277"/>
                  <a:pt x="6923316" y="3322749"/>
                </a:cubicBezTo>
                <a:cubicBezTo>
                  <a:pt x="6914882" y="3342220"/>
                  <a:pt x="6903224" y="3355863"/>
                  <a:pt x="6888341" y="3363677"/>
                </a:cubicBezTo>
                <a:cubicBezTo>
                  <a:pt x="6873458" y="3371491"/>
                  <a:pt x="6848406" y="3375397"/>
                  <a:pt x="6813183" y="3375397"/>
                </a:cubicBezTo>
                <a:lnTo>
                  <a:pt x="6771883" y="3375397"/>
                </a:lnTo>
                <a:close/>
                <a:moveTo>
                  <a:pt x="6603335" y="2953841"/>
                </a:moveTo>
                <a:lnTo>
                  <a:pt x="6603335" y="3499296"/>
                </a:lnTo>
                <a:lnTo>
                  <a:pt x="6853739" y="3499296"/>
                </a:lnTo>
                <a:cubicBezTo>
                  <a:pt x="6883752" y="3499296"/>
                  <a:pt x="6917239" y="3494335"/>
                  <a:pt x="6954198" y="3484413"/>
                </a:cubicBezTo>
                <a:cubicBezTo>
                  <a:pt x="6981235" y="3477220"/>
                  <a:pt x="7006535" y="3462771"/>
                  <a:pt x="7030100" y="3441067"/>
                </a:cubicBezTo>
                <a:cubicBezTo>
                  <a:pt x="7053665" y="3419364"/>
                  <a:pt x="7072082" y="3392450"/>
                  <a:pt x="7085352" y="3360329"/>
                </a:cubicBezTo>
                <a:cubicBezTo>
                  <a:pt x="7098623" y="3328206"/>
                  <a:pt x="7105258" y="3283000"/>
                  <a:pt x="7105258" y="3224708"/>
                </a:cubicBezTo>
                <a:cubicBezTo>
                  <a:pt x="7105258" y="3187501"/>
                  <a:pt x="7100793" y="3152279"/>
                  <a:pt x="7091864" y="3119041"/>
                </a:cubicBezTo>
                <a:cubicBezTo>
                  <a:pt x="7082934" y="3085802"/>
                  <a:pt x="7068547" y="3056657"/>
                  <a:pt x="7048703" y="3031604"/>
                </a:cubicBezTo>
                <a:cubicBezTo>
                  <a:pt x="7028860" y="3006551"/>
                  <a:pt x="7003745" y="2987327"/>
                  <a:pt x="6973359" y="2973933"/>
                </a:cubicBezTo>
                <a:cubicBezTo>
                  <a:pt x="6942974" y="2960538"/>
                  <a:pt x="6903100" y="2953841"/>
                  <a:pt x="6853739" y="2953841"/>
                </a:cubicBezTo>
                <a:close/>
                <a:moveTo>
                  <a:pt x="5964044" y="2953841"/>
                </a:moveTo>
                <a:lnTo>
                  <a:pt x="5964044" y="3499296"/>
                </a:lnTo>
                <a:lnTo>
                  <a:pt x="6122546" y="3499296"/>
                </a:lnTo>
                <a:lnTo>
                  <a:pt x="6122546" y="3199803"/>
                </a:lnTo>
                <a:lnTo>
                  <a:pt x="6326813" y="3499296"/>
                </a:lnTo>
                <a:lnTo>
                  <a:pt x="6485687" y="3499296"/>
                </a:lnTo>
                <a:lnTo>
                  <a:pt x="6485687" y="2953841"/>
                </a:lnTo>
                <a:lnTo>
                  <a:pt x="6326813" y="2953841"/>
                </a:lnTo>
                <a:lnTo>
                  <a:pt x="6326813" y="3255613"/>
                </a:lnTo>
                <a:lnTo>
                  <a:pt x="6121430" y="2953841"/>
                </a:lnTo>
                <a:close/>
                <a:moveTo>
                  <a:pt x="5522689" y="2953841"/>
                </a:moveTo>
                <a:lnTo>
                  <a:pt x="5317683" y="3499296"/>
                </a:lnTo>
                <a:lnTo>
                  <a:pt x="5489783" y="3499296"/>
                </a:lnTo>
                <a:lnTo>
                  <a:pt x="5516369" y="3409256"/>
                </a:lnTo>
                <a:lnTo>
                  <a:pt x="5707729" y="3409256"/>
                </a:lnTo>
                <a:lnTo>
                  <a:pt x="5735013" y="3499296"/>
                </a:lnTo>
                <a:lnTo>
                  <a:pt x="5911508" y="3499296"/>
                </a:lnTo>
                <a:lnTo>
                  <a:pt x="5706538" y="2953841"/>
                </a:lnTo>
                <a:close/>
                <a:moveTo>
                  <a:pt x="2932937" y="2357189"/>
                </a:moveTo>
                <a:lnTo>
                  <a:pt x="3018513" y="2357189"/>
                </a:lnTo>
                <a:cubicBezTo>
                  <a:pt x="3048030" y="2357189"/>
                  <a:pt x="3068680" y="2362089"/>
                  <a:pt x="3080463" y="2371886"/>
                </a:cubicBezTo>
                <a:cubicBezTo>
                  <a:pt x="3092245" y="2381684"/>
                  <a:pt x="3098136" y="2394644"/>
                  <a:pt x="3098136" y="2410767"/>
                </a:cubicBezTo>
                <a:cubicBezTo>
                  <a:pt x="3098136" y="2428131"/>
                  <a:pt x="3092183" y="2441959"/>
                  <a:pt x="3080276" y="2452254"/>
                </a:cubicBezTo>
                <a:cubicBezTo>
                  <a:pt x="3068370" y="2462548"/>
                  <a:pt x="3047906" y="2467694"/>
                  <a:pt x="3018885" y="2467694"/>
                </a:cubicBezTo>
                <a:lnTo>
                  <a:pt x="2932937" y="2467694"/>
                </a:lnTo>
                <a:close/>
                <a:moveTo>
                  <a:pt x="5270506" y="2157760"/>
                </a:moveTo>
                <a:cubicBezTo>
                  <a:pt x="5305975" y="2157760"/>
                  <a:pt x="5334067" y="2169604"/>
                  <a:pt x="5354780" y="2193292"/>
                </a:cubicBezTo>
                <a:cubicBezTo>
                  <a:pt x="5375491" y="2216981"/>
                  <a:pt x="5385847" y="2254498"/>
                  <a:pt x="5385847" y="2305844"/>
                </a:cubicBezTo>
                <a:cubicBezTo>
                  <a:pt x="5385847" y="2366863"/>
                  <a:pt x="5375925" y="2409155"/>
                  <a:pt x="5356081" y="2432720"/>
                </a:cubicBezTo>
                <a:cubicBezTo>
                  <a:pt x="5336238" y="2456284"/>
                  <a:pt x="5308209" y="2468066"/>
                  <a:pt x="5271994" y="2468066"/>
                </a:cubicBezTo>
                <a:cubicBezTo>
                  <a:pt x="5236770" y="2468066"/>
                  <a:pt x="5208928" y="2456036"/>
                  <a:pt x="5188463" y="2431975"/>
                </a:cubicBezTo>
                <a:cubicBezTo>
                  <a:pt x="5168000" y="2407915"/>
                  <a:pt x="5157768" y="2368351"/>
                  <a:pt x="5157768" y="2313285"/>
                </a:cubicBezTo>
                <a:cubicBezTo>
                  <a:pt x="5157768" y="2257722"/>
                  <a:pt x="5168061" y="2217911"/>
                  <a:pt x="5188650" y="2193850"/>
                </a:cubicBezTo>
                <a:cubicBezTo>
                  <a:pt x="5209237" y="2169790"/>
                  <a:pt x="5236522" y="2157760"/>
                  <a:pt x="5270506" y="2157760"/>
                </a:cubicBezTo>
                <a:close/>
                <a:moveTo>
                  <a:pt x="3908431" y="2157760"/>
                </a:moveTo>
                <a:cubicBezTo>
                  <a:pt x="3943901" y="2157760"/>
                  <a:pt x="3971993" y="2169604"/>
                  <a:pt x="3992704" y="2193292"/>
                </a:cubicBezTo>
                <a:cubicBezTo>
                  <a:pt x="4013416" y="2216981"/>
                  <a:pt x="4023772" y="2254498"/>
                  <a:pt x="4023772" y="2305844"/>
                </a:cubicBezTo>
                <a:cubicBezTo>
                  <a:pt x="4023772" y="2366863"/>
                  <a:pt x="4013850" y="2409155"/>
                  <a:pt x="3994006" y="2432720"/>
                </a:cubicBezTo>
                <a:cubicBezTo>
                  <a:pt x="3974163" y="2456284"/>
                  <a:pt x="3946134" y="2468066"/>
                  <a:pt x="3909919" y="2468066"/>
                </a:cubicBezTo>
                <a:cubicBezTo>
                  <a:pt x="3874696" y="2468066"/>
                  <a:pt x="3846853" y="2456036"/>
                  <a:pt x="3826389" y="2431975"/>
                </a:cubicBezTo>
                <a:cubicBezTo>
                  <a:pt x="3805925" y="2407915"/>
                  <a:pt x="3795693" y="2368351"/>
                  <a:pt x="3795693" y="2313285"/>
                </a:cubicBezTo>
                <a:cubicBezTo>
                  <a:pt x="3795693" y="2257722"/>
                  <a:pt x="3805987" y="2217911"/>
                  <a:pt x="3826575" y="2193850"/>
                </a:cubicBezTo>
                <a:cubicBezTo>
                  <a:pt x="3847163" y="2169790"/>
                  <a:pt x="3874449" y="2157760"/>
                  <a:pt x="3908431" y="2157760"/>
                </a:cubicBezTo>
                <a:close/>
                <a:moveTo>
                  <a:pt x="2932937" y="2149946"/>
                </a:moveTo>
                <a:lnTo>
                  <a:pt x="3007351" y="2149946"/>
                </a:lnTo>
                <a:cubicBezTo>
                  <a:pt x="3032899" y="2149946"/>
                  <a:pt x="3050821" y="2154411"/>
                  <a:pt x="3061115" y="2163341"/>
                </a:cubicBezTo>
                <a:cubicBezTo>
                  <a:pt x="3071409" y="2172270"/>
                  <a:pt x="3076556" y="2184673"/>
                  <a:pt x="3076556" y="2200548"/>
                </a:cubicBezTo>
                <a:cubicBezTo>
                  <a:pt x="3076556" y="2217663"/>
                  <a:pt x="3071409" y="2230747"/>
                  <a:pt x="3061115" y="2239801"/>
                </a:cubicBezTo>
                <a:cubicBezTo>
                  <a:pt x="3050821" y="2248855"/>
                  <a:pt x="3032528" y="2253382"/>
                  <a:pt x="3006235" y="2253382"/>
                </a:cubicBezTo>
                <a:lnTo>
                  <a:pt x="2932937" y="2253382"/>
                </a:lnTo>
                <a:close/>
                <a:moveTo>
                  <a:pt x="8439055" y="2039441"/>
                </a:moveTo>
                <a:lnTo>
                  <a:pt x="8439055" y="2584896"/>
                </a:lnTo>
                <a:lnTo>
                  <a:pt x="8898935" y="2584896"/>
                </a:lnTo>
                <a:lnTo>
                  <a:pt x="8898935" y="2461369"/>
                </a:lnTo>
                <a:lnTo>
                  <a:pt x="8607975" y="2461369"/>
                </a:lnTo>
                <a:lnTo>
                  <a:pt x="8607975" y="2353841"/>
                </a:lnTo>
                <a:lnTo>
                  <a:pt x="8870285" y="2353841"/>
                </a:lnTo>
                <a:lnTo>
                  <a:pt x="8870285" y="2242592"/>
                </a:lnTo>
                <a:lnTo>
                  <a:pt x="8607975" y="2242592"/>
                </a:lnTo>
                <a:lnTo>
                  <a:pt x="8607975" y="2155899"/>
                </a:lnTo>
                <a:lnTo>
                  <a:pt x="8890749" y="2155899"/>
                </a:lnTo>
                <a:lnTo>
                  <a:pt x="8890749" y="2039441"/>
                </a:lnTo>
                <a:close/>
                <a:moveTo>
                  <a:pt x="7934603" y="2039441"/>
                </a:moveTo>
                <a:lnTo>
                  <a:pt x="7934603" y="2584896"/>
                </a:lnTo>
                <a:lnTo>
                  <a:pt x="8366204" y="2584896"/>
                </a:lnTo>
                <a:lnTo>
                  <a:pt x="8366204" y="2450579"/>
                </a:lnTo>
                <a:lnTo>
                  <a:pt x="8103151" y="2450579"/>
                </a:lnTo>
                <a:lnTo>
                  <a:pt x="8103151" y="2039441"/>
                </a:lnTo>
                <a:close/>
                <a:moveTo>
                  <a:pt x="7296800" y="2039441"/>
                </a:moveTo>
                <a:lnTo>
                  <a:pt x="7296800" y="2364416"/>
                </a:lnTo>
                <a:cubicBezTo>
                  <a:pt x="7296800" y="2391185"/>
                  <a:pt x="7302009" y="2421922"/>
                  <a:pt x="7312427" y="2456625"/>
                </a:cubicBezTo>
                <a:cubicBezTo>
                  <a:pt x="7318876" y="2478190"/>
                  <a:pt x="7330844" y="2499135"/>
                  <a:pt x="7348332" y="2519462"/>
                </a:cubicBezTo>
                <a:cubicBezTo>
                  <a:pt x="7365819" y="2539788"/>
                  <a:pt x="7385105" y="2555466"/>
                  <a:pt x="7406189" y="2566496"/>
                </a:cubicBezTo>
                <a:cubicBezTo>
                  <a:pt x="7427273" y="2577526"/>
                  <a:pt x="7453503" y="2584901"/>
                  <a:pt x="7484882" y="2588620"/>
                </a:cubicBezTo>
                <a:cubicBezTo>
                  <a:pt x="7516259" y="2592339"/>
                  <a:pt x="7545219" y="2594198"/>
                  <a:pt x="7571760" y="2594198"/>
                </a:cubicBezTo>
                <a:cubicBezTo>
                  <a:pt x="7617649" y="2594198"/>
                  <a:pt x="7656964" y="2588125"/>
                  <a:pt x="7689706" y="2575978"/>
                </a:cubicBezTo>
                <a:cubicBezTo>
                  <a:pt x="7713271" y="2567305"/>
                  <a:pt x="7735781" y="2552246"/>
                  <a:pt x="7757237" y="2530804"/>
                </a:cubicBezTo>
                <a:cubicBezTo>
                  <a:pt x="7778693" y="2509361"/>
                  <a:pt x="7794444" y="2484325"/>
                  <a:pt x="7804490" y="2455695"/>
                </a:cubicBezTo>
                <a:cubicBezTo>
                  <a:pt x="7814536" y="2427065"/>
                  <a:pt x="7819559" y="2396638"/>
                  <a:pt x="7819559" y="2364416"/>
                </a:cubicBezTo>
                <a:lnTo>
                  <a:pt x="7819559" y="2039441"/>
                </a:lnTo>
                <a:lnTo>
                  <a:pt x="7651383" y="2039441"/>
                </a:lnTo>
                <a:lnTo>
                  <a:pt x="7651383" y="2372154"/>
                </a:lnTo>
                <a:cubicBezTo>
                  <a:pt x="7651383" y="2402388"/>
                  <a:pt x="7643136" y="2425746"/>
                  <a:pt x="7626640" y="2442228"/>
                </a:cubicBezTo>
                <a:cubicBezTo>
                  <a:pt x="7610145" y="2458709"/>
                  <a:pt x="7587387" y="2466950"/>
                  <a:pt x="7558365" y="2466950"/>
                </a:cubicBezTo>
                <a:cubicBezTo>
                  <a:pt x="7529096" y="2466950"/>
                  <a:pt x="7506213" y="2458586"/>
                  <a:pt x="7489718" y="2441858"/>
                </a:cubicBezTo>
                <a:cubicBezTo>
                  <a:pt x="7473223" y="2425131"/>
                  <a:pt x="7464976" y="2401896"/>
                  <a:pt x="7464976" y="2372154"/>
                </a:cubicBezTo>
                <a:lnTo>
                  <a:pt x="7464976" y="2039441"/>
                </a:lnTo>
                <a:close/>
                <a:moveTo>
                  <a:pt x="6153056" y="2039441"/>
                </a:moveTo>
                <a:lnTo>
                  <a:pt x="6153056" y="2584896"/>
                </a:lnTo>
                <a:lnTo>
                  <a:pt x="6612935" y="2584896"/>
                </a:lnTo>
                <a:lnTo>
                  <a:pt x="6612935" y="2461369"/>
                </a:lnTo>
                <a:lnTo>
                  <a:pt x="6321976" y="2461369"/>
                </a:lnTo>
                <a:lnTo>
                  <a:pt x="6321976" y="2353841"/>
                </a:lnTo>
                <a:lnTo>
                  <a:pt x="6584285" y="2353841"/>
                </a:lnTo>
                <a:lnTo>
                  <a:pt x="6584285" y="2242592"/>
                </a:lnTo>
                <a:lnTo>
                  <a:pt x="6321976" y="2242592"/>
                </a:lnTo>
                <a:lnTo>
                  <a:pt x="6321976" y="2155899"/>
                </a:lnTo>
                <a:lnTo>
                  <a:pt x="6604749" y="2155899"/>
                </a:lnTo>
                <a:lnTo>
                  <a:pt x="6604749" y="2039441"/>
                </a:lnTo>
                <a:close/>
                <a:moveTo>
                  <a:pt x="5648604" y="2039441"/>
                </a:moveTo>
                <a:lnTo>
                  <a:pt x="5648604" y="2584896"/>
                </a:lnTo>
                <a:lnTo>
                  <a:pt x="6080205" y="2584896"/>
                </a:lnTo>
                <a:lnTo>
                  <a:pt x="6080205" y="2450579"/>
                </a:lnTo>
                <a:lnTo>
                  <a:pt x="5817151" y="2450579"/>
                </a:lnTo>
                <a:lnTo>
                  <a:pt x="5817151" y="2039441"/>
                </a:lnTo>
                <a:close/>
                <a:moveTo>
                  <a:pt x="4284667" y="2039441"/>
                </a:moveTo>
                <a:lnTo>
                  <a:pt x="4284667" y="2584896"/>
                </a:lnTo>
                <a:lnTo>
                  <a:pt x="4422705" y="2584896"/>
                </a:lnTo>
                <a:lnTo>
                  <a:pt x="4422705" y="2168922"/>
                </a:lnTo>
                <a:lnTo>
                  <a:pt x="4528873" y="2584896"/>
                </a:lnTo>
                <a:lnTo>
                  <a:pt x="4653814" y="2584896"/>
                </a:lnTo>
                <a:lnTo>
                  <a:pt x="4760173" y="2168922"/>
                </a:lnTo>
                <a:lnTo>
                  <a:pt x="4760173" y="2584896"/>
                </a:lnTo>
                <a:lnTo>
                  <a:pt x="4898211" y="2584896"/>
                </a:lnTo>
                <a:lnTo>
                  <a:pt x="4898211" y="2039441"/>
                </a:lnTo>
                <a:lnTo>
                  <a:pt x="4676684" y="2039441"/>
                </a:lnTo>
                <a:lnTo>
                  <a:pt x="4591812" y="2371328"/>
                </a:lnTo>
                <a:lnTo>
                  <a:pt x="4506328" y="2039441"/>
                </a:lnTo>
                <a:close/>
                <a:moveTo>
                  <a:pt x="3359776" y="2039441"/>
                </a:moveTo>
                <a:lnTo>
                  <a:pt x="3359776" y="2584896"/>
                </a:lnTo>
                <a:lnTo>
                  <a:pt x="3528696" y="2584896"/>
                </a:lnTo>
                <a:lnTo>
                  <a:pt x="3528696" y="2039441"/>
                </a:lnTo>
                <a:close/>
                <a:moveTo>
                  <a:pt x="2762901" y="2039441"/>
                </a:moveTo>
                <a:lnTo>
                  <a:pt x="2762901" y="2584896"/>
                </a:lnTo>
                <a:lnTo>
                  <a:pt x="3053860" y="2584896"/>
                </a:lnTo>
                <a:cubicBezTo>
                  <a:pt x="3066262" y="2584896"/>
                  <a:pt x="3091438" y="2582416"/>
                  <a:pt x="3129390" y="2577455"/>
                </a:cubicBezTo>
                <a:cubicBezTo>
                  <a:pt x="3157915" y="2573734"/>
                  <a:pt x="3179247" y="2567781"/>
                  <a:pt x="3193386" y="2559596"/>
                </a:cubicBezTo>
                <a:cubicBezTo>
                  <a:pt x="3216206" y="2546449"/>
                  <a:pt x="3234190" y="2528590"/>
                  <a:pt x="3247336" y="2506017"/>
                </a:cubicBezTo>
                <a:cubicBezTo>
                  <a:pt x="3260482" y="2483445"/>
                  <a:pt x="3267056" y="2458020"/>
                  <a:pt x="3267056" y="2429743"/>
                </a:cubicBezTo>
                <a:cubicBezTo>
                  <a:pt x="3267056" y="2395016"/>
                  <a:pt x="3257816" y="2366181"/>
                  <a:pt x="3239336" y="2343237"/>
                </a:cubicBezTo>
                <a:cubicBezTo>
                  <a:pt x="3220857" y="2320292"/>
                  <a:pt x="3192021" y="2304107"/>
                  <a:pt x="3152830" y="2294682"/>
                </a:cubicBezTo>
                <a:cubicBezTo>
                  <a:pt x="3178627" y="2285752"/>
                  <a:pt x="3198223" y="2273598"/>
                  <a:pt x="3211617" y="2258219"/>
                </a:cubicBezTo>
                <a:cubicBezTo>
                  <a:pt x="3231709" y="2235150"/>
                  <a:pt x="3241755" y="2207493"/>
                  <a:pt x="3241755" y="2175247"/>
                </a:cubicBezTo>
                <a:cubicBezTo>
                  <a:pt x="3241755" y="2136800"/>
                  <a:pt x="3227678" y="2104554"/>
                  <a:pt x="3199525" y="2078509"/>
                </a:cubicBezTo>
                <a:cubicBezTo>
                  <a:pt x="3171372" y="2052464"/>
                  <a:pt x="3131002" y="2039441"/>
                  <a:pt x="3078416" y="2039441"/>
                </a:cubicBezTo>
                <a:close/>
                <a:moveTo>
                  <a:pt x="9214748" y="2030140"/>
                </a:moveTo>
                <a:cubicBezTo>
                  <a:pt x="9157945" y="2030140"/>
                  <a:pt x="9113234" y="2037271"/>
                  <a:pt x="9080617" y="2051534"/>
                </a:cubicBezTo>
                <a:cubicBezTo>
                  <a:pt x="9047998" y="2065796"/>
                  <a:pt x="9023565" y="2085392"/>
                  <a:pt x="9007319" y="2110321"/>
                </a:cubicBezTo>
                <a:cubicBezTo>
                  <a:pt x="8991071" y="2135250"/>
                  <a:pt x="8982948" y="2161728"/>
                  <a:pt x="8982948" y="2189758"/>
                </a:cubicBezTo>
                <a:cubicBezTo>
                  <a:pt x="8982948" y="2232422"/>
                  <a:pt x="8998823" y="2267521"/>
                  <a:pt x="9030573" y="2295053"/>
                </a:cubicBezTo>
                <a:cubicBezTo>
                  <a:pt x="9062075" y="2322587"/>
                  <a:pt x="9114785" y="2344663"/>
                  <a:pt x="9188703" y="2361282"/>
                </a:cubicBezTo>
                <a:cubicBezTo>
                  <a:pt x="9233847" y="2371204"/>
                  <a:pt x="9262621" y="2381746"/>
                  <a:pt x="9275023" y="2392908"/>
                </a:cubicBezTo>
                <a:cubicBezTo>
                  <a:pt x="9287425" y="2404070"/>
                  <a:pt x="9293627" y="2416721"/>
                  <a:pt x="9293627" y="2430859"/>
                </a:cubicBezTo>
                <a:cubicBezTo>
                  <a:pt x="9293627" y="2445742"/>
                  <a:pt x="9287115" y="2458827"/>
                  <a:pt x="9274093" y="2470113"/>
                </a:cubicBezTo>
                <a:cubicBezTo>
                  <a:pt x="9261071" y="2481399"/>
                  <a:pt x="9242529" y="2487042"/>
                  <a:pt x="9218469" y="2487042"/>
                </a:cubicBezTo>
                <a:cubicBezTo>
                  <a:pt x="9186222" y="2487042"/>
                  <a:pt x="9161417" y="2476004"/>
                  <a:pt x="9144055" y="2453927"/>
                </a:cubicBezTo>
                <a:cubicBezTo>
                  <a:pt x="9133388" y="2440285"/>
                  <a:pt x="9126319" y="2420441"/>
                  <a:pt x="9122847" y="2394396"/>
                </a:cubicBezTo>
                <a:lnTo>
                  <a:pt x="8962484" y="2404442"/>
                </a:lnTo>
                <a:cubicBezTo>
                  <a:pt x="8967197" y="2459509"/>
                  <a:pt x="8987413" y="2504901"/>
                  <a:pt x="9023131" y="2540620"/>
                </a:cubicBezTo>
                <a:cubicBezTo>
                  <a:pt x="9058851" y="2576339"/>
                  <a:pt x="9123094" y="2594198"/>
                  <a:pt x="9215864" y="2594198"/>
                </a:cubicBezTo>
                <a:cubicBezTo>
                  <a:pt x="9268698" y="2594198"/>
                  <a:pt x="9312478" y="2586571"/>
                  <a:pt x="9347205" y="2571316"/>
                </a:cubicBezTo>
                <a:cubicBezTo>
                  <a:pt x="9381931" y="2556061"/>
                  <a:pt x="9408969" y="2533675"/>
                  <a:pt x="9428316" y="2504157"/>
                </a:cubicBezTo>
                <a:cubicBezTo>
                  <a:pt x="9447664" y="2474639"/>
                  <a:pt x="9457337" y="2442393"/>
                  <a:pt x="9457337" y="2407419"/>
                </a:cubicBezTo>
                <a:cubicBezTo>
                  <a:pt x="9457337" y="2377653"/>
                  <a:pt x="9450082" y="2350740"/>
                  <a:pt x="9435571" y="2326680"/>
                </a:cubicBezTo>
                <a:cubicBezTo>
                  <a:pt x="9421061" y="2302619"/>
                  <a:pt x="9397868" y="2282465"/>
                  <a:pt x="9365995" y="2266218"/>
                </a:cubicBezTo>
                <a:cubicBezTo>
                  <a:pt x="9334120" y="2249971"/>
                  <a:pt x="9281349" y="2233910"/>
                  <a:pt x="9207679" y="2218035"/>
                </a:cubicBezTo>
                <a:cubicBezTo>
                  <a:pt x="9177913" y="2211834"/>
                  <a:pt x="9159061" y="2205137"/>
                  <a:pt x="9151123" y="2197943"/>
                </a:cubicBezTo>
                <a:cubicBezTo>
                  <a:pt x="9142938" y="2190998"/>
                  <a:pt x="9138845" y="2183184"/>
                  <a:pt x="9138845" y="2174503"/>
                </a:cubicBezTo>
                <a:cubicBezTo>
                  <a:pt x="9138845" y="2162597"/>
                  <a:pt x="9143807" y="2152489"/>
                  <a:pt x="9153728" y="2144179"/>
                </a:cubicBezTo>
                <a:cubicBezTo>
                  <a:pt x="9163649" y="2135870"/>
                  <a:pt x="9178409" y="2131715"/>
                  <a:pt x="9198005" y="2131715"/>
                </a:cubicBezTo>
                <a:cubicBezTo>
                  <a:pt x="9221817" y="2131715"/>
                  <a:pt x="9240482" y="2137296"/>
                  <a:pt x="9254001" y="2148458"/>
                </a:cubicBezTo>
                <a:cubicBezTo>
                  <a:pt x="9267519" y="2159620"/>
                  <a:pt x="9276387" y="2177480"/>
                  <a:pt x="9280604" y="2202036"/>
                </a:cubicBezTo>
                <a:lnTo>
                  <a:pt x="9439478" y="2192734"/>
                </a:lnTo>
                <a:cubicBezTo>
                  <a:pt x="9432533" y="2136180"/>
                  <a:pt x="9410767" y="2094942"/>
                  <a:pt x="9374180" y="2069021"/>
                </a:cubicBezTo>
                <a:cubicBezTo>
                  <a:pt x="9337593" y="2043100"/>
                  <a:pt x="9284449" y="2030140"/>
                  <a:pt x="9214748" y="2030140"/>
                </a:cubicBezTo>
                <a:close/>
                <a:moveTo>
                  <a:pt x="6961862" y="2030140"/>
                </a:moveTo>
                <a:cubicBezTo>
                  <a:pt x="6874054" y="2030140"/>
                  <a:pt x="6806151" y="2054371"/>
                  <a:pt x="6758154" y="2102833"/>
                </a:cubicBezTo>
                <a:cubicBezTo>
                  <a:pt x="6710157" y="2151295"/>
                  <a:pt x="6686158" y="2220640"/>
                  <a:pt x="6686158" y="2310867"/>
                </a:cubicBezTo>
                <a:cubicBezTo>
                  <a:pt x="6686158" y="2378541"/>
                  <a:pt x="6699801" y="2434067"/>
                  <a:pt x="6727086" y="2477447"/>
                </a:cubicBezTo>
                <a:cubicBezTo>
                  <a:pt x="6754371" y="2520826"/>
                  <a:pt x="6786803" y="2551129"/>
                  <a:pt x="6824382" y="2568357"/>
                </a:cubicBezTo>
                <a:cubicBezTo>
                  <a:pt x="6861961" y="2585584"/>
                  <a:pt x="6910392" y="2594198"/>
                  <a:pt x="6969676" y="2594198"/>
                </a:cubicBezTo>
                <a:cubicBezTo>
                  <a:pt x="7018541" y="2594198"/>
                  <a:pt x="7058787" y="2587129"/>
                  <a:pt x="7090413" y="2572990"/>
                </a:cubicBezTo>
                <a:cubicBezTo>
                  <a:pt x="7122039" y="2558851"/>
                  <a:pt x="7148517" y="2537891"/>
                  <a:pt x="7169850" y="2510110"/>
                </a:cubicBezTo>
                <a:cubicBezTo>
                  <a:pt x="7191182" y="2482329"/>
                  <a:pt x="7206809" y="2447726"/>
                  <a:pt x="7216730" y="2406303"/>
                </a:cubicBezTo>
                <a:lnTo>
                  <a:pt x="7069019" y="2361654"/>
                </a:lnTo>
                <a:cubicBezTo>
                  <a:pt x="7061577" y="2396133"/>
                  <a:pt x="7049609" y="2422426"/>
                  <a:pt x="7033114" y="2440533"/>
                </a:cubicBezTo>
                <a:cubicBezTo>
                  <a:pt x="7016619" y="2458640"/>
                  <a:pt x="6992248" y="2467694"/>
                  <a:pt x="6960002" y="2467694"/>
                </a:cubicBezTo>
                <a:cubicBezTo>
                  <a:pt x="6926764" y="2467694"/>
                  <a:pt x="6900967" y="2456484"/>
                  <a:pt x="6882611" y="2434062"/>
                </a:cubicBezTo>
                <a:cubicBezTo>
                  <a:pt x="6864256" y="2411642"/>
                  <a:pt x="6855078" y="2370204"/>
                  <a:pt x="6855078" y="2309751"/>
                </a:cubicBezTo>
                <a:cubicBezTo>
                  <a:pt x="6855078" y="2260947"/>
                  <a:pt x="6862767" y="2225149"/>
                  <a:pt x="6878146" y="2202356"/>
                </a:cubicBezTo>
                <a:cubicBezTo>
                  <a:pt x="6898486" y="2171633"/>
                  <a:pt x="6927756" y="2156271"/>
                  <a:pt x="6965955" y="2156271"/>
                </a:cubicBezTo>
                <a:cubicBezTo>
                  <a:pt x="6982822" y="2156271"/>
                  <a:pt x="6998077" y="2159744"/>
                  <a:pt x="7011720" y="2166689"/>
                </a:cubicBezTo>
                <a:cubicBezTo>
                  <a:pt x="7025362" y="2173634"/>
                  <a:pt x="7036896" y="2183557"/>
                  <a:pt x="7046322" y="2196455"/>
                </a:cubicBezTo>
                <a:cubicBezTo>
                  <a:pt x="7052027" y="2204145"/>
                  <a:pt x="7057484" y="2216298"/>
                  <a:pt x="7062693" y="2232918"/>
                </a:cubicBezTo>
                <a:lnTo>
                  <a:pt x="7211521" y="2199804"/>
                </a:lnTo>
                <a:cubicBezTo>
                  <a:pt x="7192422" y="2142257"/>
                  <a:pt x="7163214" y="2099592"/>
                  <a:pt x="7123899" y="2071811"/>
                </a:cubicBezTo>
                <a:cubicBezTo>
                  <a:pt x="7084584" y="2044030"/>
                  <a:pt x="7030571" y="2030140"/>
                  <a:pt x="6961862" y="2030140"/>
                </a:cubicBezTo>
                <a:close/>
                <a:moveTo>
                  <a:pt x="5270877" y="2030140"/>
                </a:moveTo>
                <a:cubicBezTo>
                  <a:pt x="5182324" y="2030140"/>
                  <a:pt x="5113243" y="2054944"/>
                  <a:pt x="5063634" y="2104554"/>
                </a:cubicBezTo>
                <a:cubicBezTo>
                  <a:pt x="5014025" y="2154163"/>
                  <a:pt x="4989220" y="2223492"/>
                  <a:pt x="4989220" y="2312541"/>
                </a:cubicBezTo>
                <a:cubicBezTo>
                  <a:pt x="4989220" y="2376289"/>
                  <a:pt x="5001746" y="2429371"/>
                  <a:pt x="5026799" y="2471787"/>
                </a:cubicBezTo>
                <a:cubicBezTo>
                  <a:pt x="5051852" y="2514203"/>
                  <a:pt x="5084532" y="2545209"/>
                  <a:pt x="5124840" y="2564804"/>
                </a:cubicBezTo>
                <a:cubicBezTo>
                  <a:pt x="5165147" y="2584401"/>
                  <a:pt x="5216059" y="2594198"/>
                  <a:pt x="5277574" y="2594198"/>
                </a:cubicBezTo>
                <a:cubicBezTo>
                  <a:pt x="5338098" y="2594198"/>
                  <a:pt x="5388637" y="2582850"/>
                  <a:pt x="5429193" y="2560154"/>
                </a:cubicBezTo>
                <a:cubicBezTo>
                  <a:pt x="5469749" y="2537458"/>
                  <a:pt x="5500755" y="2505707"/>
                  <a:pt x="5522211" y="2464904"/>
                </a:cubicBezTo>
                <a:cubicBezTo>
                  <a:pt x="5543667" y="2424100"/>
                  <a:pt x="5554395" y="2371824"/>
                  <a:pt x="5554395" y="2308076"/>
                </a:cubicBezTo>
                <a:cubicBezTo>
                  <a:pt x="5554395" y="2220267"/>
                  <a:pt x="5529839" y="2151993"/>
                  <a:pt x="5480725" y="2103252"/>
                </a:cubicBezTo>
                <a:cubicBezTo>
                  <a:pt x="5431611" y="2054510"/>
                  <a:pt x="5361662" y="2030140"/>
                  <a:pt x="5270877" y="2030140"/>
                </a:cubicBezTo>
                <a:close/>
                <a:moveTo>
                  <a:pt x="3908803" y="2030140"/>
                </a:moveTo>
                <a:cubicBezTo>
                  <a:pt x="3820249" y="2030140"/>
                  <a:pt x="3751168" y="2054944"/>
                  <a:pt x="3701559" y="2104554"/>
                </a:cubicBezTo>
                <a:cubicBezTo>
                  <a:pt x="3651950" y="2154163"/>
                  <a:pt x="3627145" y="2223492"/>
                  <a:pt x="3627145" y="2312541"/>
                </a:cubicBezTo>
                <a:cubicBezTo>
                  <a:pt x="3627145" y="2376289"/>
                  <a:pt x="3639672" y="2429371"/>
                  <a:pt x="3664725" y="2471787"/>
                </a:cubicBezTo>
                <a:cubicBezTo>
                  <a:pt x="3689777" y="2514203"/>
                  <a:pt x="3722457" y="2545209"/>
                  <a:pt x="3762765" y="2564804"/>
                </a:cubicBezTo>
                <a:cubicBezTo>
                  <a:pt x="3803073" y="2584401"/>
                  <a:pt x="3853985" y="2594198"/>
                  <a:pt x="3915499" y="2594198"/>
                </a:cubicBezTo>
                <a:cubicBezTo>
                  <a:pt x="3976023" y="2594198"/>
                  <a:pt x="4026563" y="2582850"/>
                  <a:pt x="4067118" y="2560154"/>
                </a:cubicBezTo>
                <a:cubicBezTo>
                  <a:pt x="4107674" y="2537458"/>
                  <a:pt x="4138680" y="2505707"/>
                  <a:pt x="4160136" y="2464904"/>
                </a:cubicBezTo>
                <a:cubicBezTo>
                  <a:pt x="4181592" y="2424100"/>
                  <a:pt x="4192320" y="2371824"/>
                  <a:pt x="4192320" y="2308076"/>
                </a:cubicBezTo>
                <a:cubicBezTo>
                  <a:pt x="4192320" y="2220267"/>
                  <a:pt x="4167764" y="2151993"/>
                  <a:pt x="4118650" y="2103252"/>
                </a:cubicBezTo>
                <a:cubicBezTo>
                  <a:pt x="4069537" y="2054510"/>
                  <a:pt x="3999588" y="2030140"/>
                  <a:pt x="3908803" y="2030140"/>
                </a:cubicBezTo>
                <a:close/>
                <a:moveTo>
                  <a:pt x="4375943" y="804071"/>
                </a:moveTo>
                <a:lnTo>
                  <a:pt x="4461518" y="804071"/>
                </a:lnTo>
                <a:cubicBezTo>
                  <a:pt x="4491036" y="804071"/>
                  <a:pt x="4511686" y="808970"/>
                  <a:pt x="4523468" y="818768"/>
                </a:cubicBezTo>
                <a:cubicBezTo>
                  <a:pt x="4535251" y="828566"/>
                  <a:pt x="4541142" y="841526"/>
                  <a:pt x="4541142" y="857649"/>
                </a:cubicBezTo>
                <a:cubicBezTo>
                  <a:pt x="4541142" y="875013"/>
                  <a:pt x="4535189" y="888841"/>
                  <a:pt x="4523282" y="899135"/>
                </a:cubicBezTo>
                <a:cubicBezTo>
                  <a:pt x="4511376" y="909429"/>
                  <a:pt x="4490912" y="914576"/>
                  <a:pt x="4461891" y="914576"/>
                </a:cubicBezTo>
                <a:lnTo>
                  <a:pt x="4375943" y="914576"/>
                </a:lnTo>
                <a:close/>
                <a:moveTo>
                  <a:pt x="6484912" y="604641"/>
                </a:moveTo>
                <a:cubicBezTo>
                  <a:pt x="6520382" y="604641"/>
                  <a:pt x="6548473" y="616486"/>
                  <a:pt x="6569186" y="640174"/>
                </a:cubicBezTo>
                <a:cubicBezTo>
                  <a:pt x="6589897" y="663863"/>
                  <a:pt x="6600253" y="701380"/>
                  <a:pt x="6600253" y="752725"/>
                </a:cubicBezTo>
                <a:cubicBezTo>
                  <a:pt x="6600253" y="813745"/>
                  <a:pt x="6590331" y="856037"/>
                  <a:pt x="6570488" y="879601"/>
                </a:cubicBezTo>
                <a:cubicBezTo>
                  <a:pt x="6550644" y="903166"/>
                  <a:pt x="6522615" y="914948"/>
                  <a:pt x="6486400" y="914948"/>
                </a:cubicBezTo>
                <a:cubicBezTo>
                  <a:pt x="6451177" y="914948"/>
                  <a:pt x="6423334" y="902918"/>
                  <a:pt x="6402870" y="878857"/>
                </a:cubicBezTo>
                <a:cubicBezTo>
                  <a:pt x="6382406" y="854797"/>
                  <a:pt x="6372174" y="815233"/>
                  <a:pt x="6372174" y="760167"/>
                </a:cubicBezTo>
                <a:cubicBezTo>
                  <a:pt x="6372174" y="704604"/>
                  <a:pt x="6382468" y="664793"/>
                  <a:pt x="6403056" y="640732"/>
                </a:cubicBezTo>
                <a:cubicBezTo>
                  <a:pt x="6423644" y="616672"/>
                  <a:pt x="6450929" y="604641"/>
                  <a:pt x="6484912" y="604641"/>
                </a:cubicBezTo>
                <a:close/>
                <a:moveTo>
                  <a:pt x="5351437" y="604641"/>
                </a:moveTo>
                <a:cubicBezTo>
                  <a:pt x="5386907" y="604641"/>
                  <a:pt x="5414999" y="616486"/>
                  <a:pt x="5435710" y="640174"/>
                </a:cubicBezTo>
                <a:cubicBezTo>
                  <a:pt x="5456422" y="663863"/>
                  <a:pt x="5466778" y="701380"/>
                  <a:pt x="5466778" y="752725"/>
                </a:cubicBezTo>
                <a:cubicBezTo>
                  <a:pt x="5466778" y="813745"/>
                  <a:pt x="5456856" y="856037"/>
                  <a:pt x="5437013" y="879601"/>
                </a:cubicBezTo>
                <a:cubicBezTo>
                  <a:pt x="5417169" y="903166"/>
                  <a:pt x="5389140" y="914948"/>
                  <a:pt x="5352926" y="914948"/>
                </a:cubicBezTo>
                <a:cubicBezTo>
                  <a:pt x="5317702" y="914948"/>
                  <a:pt x="5289859" y="902918"/>
                  <a:pt x="5269395" y="878857"/>
                </a:cubicBezTo>
                <a:cubicBezTo>
                  <a:pt x="5248932" y="854797"/>
                  <a:pt x="5238699" y="815233"/>
                  <a:pt x="5238699" y="760167"/>
                </a:cubicBezTo>
                <a:cubicBezTo>
                  <a:pt x="5238699" y="704604"/>
                  <a:pt x="5248993" y="664793"/>
                  <a:pt x="5269582" y="640732"/>
                </a:cubicBezTo>
                <a:cubicBezTo>
                  <a:pt x="5290169" y="616672"/>
                  <a:pt x="5317454" y="604641"/>
                  <a:pt x="5351437" y="604641"/>
                </a:cubicBezTo>
                <a:close/>
                <a:moveTo>
                  <a:pt x="4375943" y="596828"/>
                </a:moveTo>
                <a:lnTo>
                  <a:pt x="4450357" y="596828"/>
                </a:lnTo>
                <a:cubicBezTo>
                  <a:pt x="4475905" y="596828"/>
                  <a:pt x="4493827" y="601293"/>
                  <a:pt x="4504121" y="610223"/>
                </a:cubicBezTo>
                <a:cubicBezTo>
                  <a:pt x="4514415" y="619152"/>
                  <a:pt x="4519561" y="631555"/>
                  <a:pt x="4519561" y="647430"/>
                </a:cubicBezTo>
                <a:cubicBezTo>
                  <a:pt x="4519561" y="664545"/>
                  <a:pt x="4514415" y="677629"/>
                  <a:pt x="4504121" y="686683"/>
                </a:cubicBezTo>
                <a:cubicBezTo>
                  <a:pt x="4493827" y="695737"/>
                  <a:pt x="4475533" y="700264"/>
                  <a:pt x="4449241" y="700264"/>
                </a:cubicBezTo>
                <a:lnTo>
                  <a:pt x="4375943" y="700264"/>
                </a:lnTo>
                <a:close/>
                <a:moveTo>
                  <a:pt x="7446118" y="486323"/>
                </a:moveTo>
                <a:lnTo>
                  <a:pt x="7658570" y="803327"/>
                </a:lnTo>
                <a:lnTo>
                  <a:pt x="7658570" y="1031778"/>
                </a:lnTo>
                <a:lnTo>
                  <a:pt x="7827490" y="1031778"/>
                </a:lnTo>
                <a:lnTo>
                  <a:pt x="7827490" y="803327"/>
                </a:lnTo>
                <a:lnTo>
                  <a:pt x="8039570" y="486323"/>
                </a:lnTo>
                <a:lnTo>
                  <a:pt x="7853355" y="486323"/>
                </a:lnTo>
                <a:lnTo>
                  <a:pt x="7743239" y="670329"/>
                </a:lnTo>
                <a:lnTo>
                  <a:pt x="7633333" y="486323"/>
                </a:lnTo>
                <a:close/>
                <a:moveTo>
                  <a:pt x="5729534" y="486323"/>
                </a:moveTo>
                <a:lnTo>
                  <a:pt x="5729534" y="1031778"/>
                </a:lnTo>
                <a:lnTo>
                  <a:pt x="6161136" y="1031778"/>
                </a:lnTo>
                <a:lnTo>
                  <a:pt x="6161136" y="897461"/>
                </a:lnTo>
                <a:lnTo>
                  <a:pt x="5898082" y="897461"/>
                </a:lnTo>
                <a:lnTo>
                  <a:pt x="5898082" y="486323"/>
                </a:lnTo>
                <a:close/>
                <a:moveTo>
                  <a:pt x="4802782" y="486323"/>
                </a:moveTo>
                <a:lnTo>
                  <a:pt x="4802782" y="1031778"/>
                </a:lnTo>
                <a:lnTo>
                  <a:pt x="4971702" y="1031778"/>
                </a:lnTo>
                <a:lnTo>
                  <a:pt x="4971702" y="486323"/>
                </a:lnTo>
                <a:close/>
                <a:moveTo>
                  <a:pt x="4205906" y="486323"/>
                </a:moveTo>
                <a:lnTo>
                  <a:pt x="4205906" y="1031778"/>
                </a:lnTo>
                <a:lnTo>
                  <a:pt x="4496866" y="1031778"/>
                </a:lnTo>
                <a:cubicBezTo>
                  <a:pt x="4509268" y="1031778"/>
                  <a:pt x="4534444" y="1029298"/>
                  <a:pt x="4572395" y="1024337"/>
                </a:cubicBezTo>
                <a:cubicBezTo>
                  <a:pt x="4600921" y="1020616"/>
                  <a:pt x="4622253" y="1014663"/>
                  <a:pt x="4636392" y="1006477"/>
                </a:cubicBezTo>
                <a:cubicBezTo>
                  <a:pt x="4659212" y="993331"/>
                  <a:pt x="4677196" y="975472"/>
                  <a:pt x="4690342" y="952899"/>
                </a:cubicBezTo>
                <a:cubicBezTo>
                  <a:pt x="4703488" y="930327"/>
                  <a:pt x="4710062" y="904902"/>
                  <a:pt x="4710062" y="876625"/>
                </a:cubicBezTo>
                <a:cubicBezTo>
                  <a:pt x="4710062" y="841898"/>
                  <a:pt x="4700822" y="813063"/>
                  <a:pt x="4682342" y="790118"/>
                </a:cubicBezTo>
                <a:cubicBezTo>
                  <a:pt x="4663863" y="767174"/>
                  <a:pt x="4635027" y="750989"/>
                  <a:pt x="4595837" y="741563"/>
                </a:cubicBezTo>
                <a:cubicBezTo>
                  <a:pt x="4621634" y="732634"/>
                  <a:pt x="4641229" y="720479"/>
                  <a:pt x="4654623" y="705100"/>
                </a:cubicBezTo>
                <a:cubicBezTo>
                  <a:pt x="4674715" y="682032"/>
                  <a:pt x="4684761" y="654375"/>
                  <a:pt x="4684761" y="622129"/>
                </a:cubicBezTo>
                <a:cubicBezTo>
                  <a:pt x="4684761" y="583681"/>
                  <a:pt x="4670684" y="551435"/>
                  <a:pt x="4642532" y="525391"/>
                </a:cubicBezTo>
                <a:cubicBezTo>
                  <a:pt x="4614378" y="499346"/>
                  <a:pt x="4574009" y="486323"/>
                  <a:pt x="4521423" y="486323"/>
                </a:cubicBezTo>
                <a:close/>
                <a:moveTo>
                  <a:pt x="7136109" y="477021"/>
                </a:moveTo>
                <a:cubicBezTo>
                  <a:pt x="7073601" y="477021"/>
                  <a:pt x="7023868" y="485827"/>
                  <a:pt x="6986909" y="503438"/>
                </a:cubicBezTo>
                <a:cubicBezTo>
                  <a:pt x="6939532" y="526259"/>
                  <a:pt x="6903565" y="559683"/>
                  <a:pt x="6879009" y="603711"/>
                </a:cubicBezTo>
                <a:cubicBezTo>
                  <a:pt x="6854452" y="647740"/>
                  <a:pt x="6842174" y="699519"/>
                  <a:pt x="6842174" y="759051"/>
                </a:cubicBezTo>
                <a:cubicBezTo>
                  <a:pt x="6842174" y="815605"/>
                  <a:pt x="6853397" y="865711"/>
                  <a:pt x="6875846" y="909367"/>
                </a:cubicBezTo>
                <a:cubicBezTo>
                  <a:pt x="6898294" y="953023"/>
                  <a:pt x="6929920" y="985889"/>
                  <a:pt x="6970724" y="1007966"/>
                </a:cubicBezTo>
                <a:cubicBezTo>
                  <a:pt x="7011528" y="1030042"/>
                  <a:pt x="7064300" y="1041080"/>
                  <a:pt x="7129040" y="1041080"/>
                </a:cubicBezTo>
                <a:cubicBezTo>
                  <a:pt x="7181626" y="1041080"/>
                  <a:pt x="7227080" y="1034941"/>
                  <a:pt x="7265404" y="1022662"/>
                </a:cubicBezTo>
                <a:cubicBezTo>
                  <a:pt x="7303727" y="1010384"/>
                  <a:pt x="7347817" y="987254"/>
                  <a:pt x="7397675" y="953271"/>
                </a:cubicBezTo>
                <a:lnTo>
                  <a:pt x="7397675" y="720727"/>
                </a:lnTo>
                <a:lnTo>
                  <a:pt x="7137225" y="720727"/>
                </a:lnTo>
                <a:lnTo>
                  <a:pt x="7137225" y="834209"/>
                </a:lnTo>
                <a:lnTo>
                  <a:pt x="7249963" y="834209"/>
                </a:lnTo>
                <a:lnTo>
                  <a:pt x="7249963" y="885555"/>
                </a:lnTo>
                <a:cubicBezTo>
                  <a:pt x="7227886" y="898701"/>
                  <a:pt x="7208291" y="908003"/>
                  <a:pt x="7191176" y="913460"/>
                </a:cubicBezTo>
                <a:cubicBezTo>
                  <a:pt x="7174060" y="918917"/>
                  <a:pt x="7156076" y="921645"/>
                  <a:pt x="7137225" y="921645"/>
                </a:cubicBezTo>
                <a:cubicBezTo>
                  <a:pt x="7097538" y="921645"/>
                  <a:pt x="7066594" y="908995"/>
                  <a:pt x="7044394" y="883694"/>
                </a:cubicBezTo>
                <a:cubicBezTo>
                  <a:pt x="7022193" y="858393"/>
                  <a:pt x="7011093" y="816225"/>
                  <a:pt x="7011093" y="757190"/>
                </a:cubicBezTo>
                <a:cubicBezTo>
                  <a:pt x="7011093" y="701628"/>
                  <a:pt x="7022070" y="661010"/>
                  <a:pt x="7044022" y="635337"/>
                </a:cubicBezTo>
                <a:cubicBezTo>
                  <a:pt x="7065974" y="609664"/>
                  <a:pt x="7095429" y="596828"/>
                  <a:pt x="7132388" y="596828"/>
                </a:cubicBezTo>
                <a:cubicBezTo>
                  <a:pt x="7157193" y="596828"/>
                  <a:pt x="7177595" y="602285"/>
                  <a:pt x="7193594" y="613199"/>
                </a:cubicBezTo>
                <a:cubicBezTo>
                  <a:pt x="7209593" y="624113"/>
                  <a:pt x="7220941" y="639864"/>
                  <a:pt x="7227638" y="660452"/>
                </a:cubicBezTo>
                <a:lnTo>
                  <a:pt x="7390233" y="631431"/>
                </a:lnTo>
                <a:cubicBezTo>
                  <a:pt x="7380311" y="596208"/>
                  <a:pt x="7365490" y="567124"/>
                  <a:pt x="7345771" y="544180"/>
                </a:cubicBezTo>
                <a:cubicBezTo>
                  <a:pt x="7326051" y="521236"/>
                  <a:pt x="7301246" y="504307"/>
                  <a:pt x="7271357" y="493392"/>
                </a:cubicBezTo>
                <a:cubicBezTo>
                  <a:pt x="7241467" y="482478"/>
                  <a:pt x="7196384" y="477021"/>
                  <a:pt x="7136109" y="477021"/>
                </a:cubicBezTo>
                <a:close/>
                <a:moveTo>
                  <a:pt x="6485284" y="477021"/>
                </a:moveTo>
                <a:cubicBezTo>
                  <a:pt x="6396731" y="477021"/>
                  <a:pt x="6327650" y="501826"/>
                  <a:pt x="6278041" y="551435"/>
                </a:cubicBezTo>
                <a:cubicBezTo>
                  <a:pt x="6228431" y="601045"/>
                  <a:pt x="6203626" y="670374"/>
                  <a:pt x="6203626" y="759423"/>
                </a:cubicBezTo>
                <a:cubicBezTo>
                  <a:pt x="6203626" y="823171"/>
                  <a:pt x="6216153" y="876253"/>
                  <a:pt x="6241205" y="918669"/>
                </a:cubicBezTo>
                <a:cubicBezTo>
                  <a:pt x="6266258" y="961085"/>
                  <a:pt x="6298938" y="992091"/>
                  <a:pt x="6339246" y="1011686"/>
                </a:cubicBezTo>
                <a:cubicBezTo>
                  <a:pt x="6379554" y="1031282"/>
                  <a:pt x="6430465" y="1041080"/>
                  <a:pt x="6491981" y="1041080"/>
                </a:cubicBezTo>
                <a:cubicBezTo>
                  <a:pt x="6552504" y="1041080"/>
                  <a:pt x="6603044" y="1029732"/>
                  <a:pt x="6643600" y="1007036"/>
                </a:cubicBezTo>
                <a:cubicBezTo>
                  <a:pt x="6684155" y="984339"/>
                  <a:pt x="6715161" y="952589"/>
                  <a:pt x="6736617" y="911786"/>
                </a:cubicBezTo>
                <a:cubicBezTo>
                  <a:pt x="6758073" y="870982"/>
                  <a:pt x="6768801" y="818706"/>
                  <a:pt x="6768801" y="754958"/>
                </a:cubicBezTo>
                <a:cubicBezTo>
                  <a:pt x="6768801" y="667149"/>
                  <a:pt x="6744245" y="598874"/>
                  <a:pt x="6695131" y="550133"/>
                </a:cubicBezTo>
                <a:cubicBezTo>
                  <a:pt x="6646018" y="501392"/>
                  <a:pt x="6576069" y="477021"/>
                  <a:pt x="6485284" y="477021"/>
                </a:cubicBezTo>
                <a:close/>
                <a:moveTo>
                  <a:pt x="5351809" y="477021"/>
                </a:moveTo>
                <a:cubicBezTo>
                  <a:pt x="5263256" y="477021"/>
                  <a:pt x="5194175" y="501826"/>
                  <a:pt x="5144565" y="551435"/>
                </a:cubicBezTo>
                <a:cubicBezTo>
                  <a:pt x="5094956" y="601045"/>
                  <a:pt x="5070151" y="670374"/>
                  <a:pt x="5070151" y="759423"/>
                </a:cubicBezTo>
                <a:cubicBezTo>
                  <a:pt x="5070151" y="823171"/>
                  <a:pt x="5082678" y="876253"/>
                  <a:pt x="5107730" y="918669"/>
                </a:cubicBezTo>
                <a:cubicBezTo>
                  <a:pt x="5132783" y="961085"/>
                  <a:pt x="5165463" y="992091"/>
                  <a:pt x="5205771" y="1011686"/>
                </a:cubicBezTo>
                <a:cubicBezTo>
                  <a:pt x="5246078" y="1031282"/>
                  <a:pt x="5296990" y="1041080"/>
                  <a:pt x="5358506" y="1041080"/>
                </a:cubicBezTo>
                <a:cubicBezTo>
                  <a:pt x="5419030" y="1041080"/>
                  <a:pt x="5469569" y="1029732"/>
                  <a:pt x="5510125" y="1007036"/>
                </a:cubicBezTo>
                <a:cubicBezTo>
                  <a:pt x="5550680" y="984339"/>
                  <a:pt x="5581686" y="952589"/>
                  <a:pt x="5603142" y="911786"/>
                </a:cubicBezTo>
                <a:cubicBezTo>
                  <a:pt x="5624598" y="870982"/>
                  <a:pt x="5635326" y="818706"/>
                  <a:pt x="5635326" y="754958"/>
                </a:cubicBezTo>
                <a:cubicBezTo>
                  <a:pt x="5635326" y="667149"/>
                  <a:pt x="5610770" y="598874"/>
                  <a:pt x="5561657" y="550133"/>
                </a:cubicBezTo>
                <a:cubicBezTo>
                  <a:pt x="5512543" y="501392"/>
                  <a:pt x="5442593" y="477021"/>
                  <a:pt x="5351809" y="477021"/>
                </a:cubicBezTo>
                <a:close/>
                <a:moveTo>
                  <a:pt x="0" y="0"/>
                </a:moveTo>
                <a:lnTo>
                  <a:pt x="12191999" y="0"/>
                </a:lnTo>
                <a:lnTo>
                  <a:pt x="12191999" y="6858000"/>
                </a:lnTo>
                <a:lnTo>
                  <a:pt x="0" y="6858000"/>
                </a:lnTo>
                <a:close/>
              </a:path>
            </a:pathLst>
          </a:custGeom>
          <a:solidFill>
            <a:schemeClr val="tx1">
              <a:alpha val="81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IN" sz="6000" dirty="0"/>
          </a:p>
        </p:txBody>
      </p:sp>
    </p:spTree>
    <p:extLst>
      <p:ext uri="{BB962C8B-B14F-4D97-AF65-F5344CB8AC3E}">
        <p14:creationId xmlns:p14="http://schemas.microsoft.com/office/powerpoint/2010/main" val="1899367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2D32E-7AB5-4BB1-7A01-4F8F1EBC1DF7}"/>
              </a:ext>
            </a:extLst>
          </p:cNvPr>
          <p:cNvSpPr>
            <a:spLocks noGrp="1"/>
          </p:cNvSpPr>
          <p:nvPr>
            <p:ph type="title"/>
          </p:nvPr>
        </p:nvSpPr>
        <p:spPr>
          <a:xfrm>
            <a:off x="838200" y="365125"/>
            <a:ext cx="10515600" cy="5829198"/>
          </a:xfrm>
        </p:spPr>
        <p:txBody>
          <a:bodyPr>
            <a:normAutofit/>
          </a:bodyPr>
          <a:lstStyle/>
          <a:p>
            <a:pPr algn="ctr"/>
            <a:r>
              <a:rPr lang="en-US" sz="6000" dirty="0">
                <a:latin typeface="Broadway" panose="04040905080B02020502" pitchFamily="82" charset="0"/>
              </a:rPr>
              <a:t>Enzymatic Processes</a:t>
            </a:r>
            <a:br>
              <a:rPr lang="en-US" sz="6000" dirty="0">
                <a:latin typeface="Broadway" panose="04040905080B02020502" pitchFamily="82" charset="0"/>
              </a:rPr>
            </a:br>
            <a:r>
              <a:rPr lang="en-US" sz="6000" dirty="0">
                <a:latin typeface="Broadway" panose="04040905080B02020502" pitchFamily="82" charset="0"/>
              </a:rPr>
              <a:t> in Industrial Production </a:t>
            </a:r>
            <a:br>
              <a:rPr lang="en-US" sz="6000" dirty="0">
                <a:latin typeface="Broadway" panose="04040905080B02020502" pitchFamily="82" charset="0"/>
              </a:rPr>
            </a:br>
            <a:r>
              <a:rPr lang="en-US" sz="6000" dirty="0">
                <a:latin typeface="Broadway" panose="04040905080B02020502" pitchFamily="82" charset="0"/>
              </a:rPr>
              <a:t>&amp; its application</a:t>
            </a:r>
            <a:endParaRPr lang="en-IN" sz="6000" dirty="0">
              <a:latin typeface="Broadway" panose="04040905080B02020502" pitchFamily="82" charset="0"/>
            </a:endParaRPr>
          </a:p>
        </p:txBody>
      </p:sp>
    </p:spTree>
    <p:extLst>
      <p:ext uri="{BB962C8B-B14F-4D97-AF65-F5344CB8AC3E}">
        <p14:creationId xmlns:p14="http://schemas.microsoft.com/office/powerpoint/2010/main" val="395097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C4458-79DF-B458-50CE-0A5EFD7022F5}"/>
              </a:ext>
            </a:extLst>
          </p:cNvPr>
          <p:cNvSpPr>
            <a:spLocks noGrp="1"/>
          </p:cNvSpPr>
          <p:nvPr>
            <p:ph type="title"/>
          </p:nvPr>
        </p:nvSpPr>
        <p:spPr/>
        <p:txBody>
          <a:bodyPr/>
          <a:lstStyle/>
          <a:p>
            <a:r>
              <a:rPr lang="en-IN" b="1" u="sng" dirty="0">
                <a:latin typeface="Bahnschrift Condensed" panose="020B0502040204020203" pitchFamily="34" charset="0"/>
              </a:rPr>
              <a:t>PROTEASES IN BAKING: SOFT COOKIES</a:t>
            </a:r>
          </a:p>
        </p:txBody>
      </p:sp>
      <p:sp>
        <p:nvSpPr>
          <p:cNvPr id="3" name="Content Placeholder 2">
            <a:extLst>
              <a:ext uri="{FF2B5EF4-FFF2-40B4-BE49-F238E27FC236}">
                <a16:creationId xmlns:a16="http://schemas.microsoft.com/office/drawing/2014/main" id="{A3A77F10-D491-33C4-933A-06D4919208F1}"/>
              </a:ext>
            </a:extLst>
          </p:cNvPr>
          <p:cNvSpPr>
            <a:spLocks noGrp="1"/>
          </p:cNvSpPr>
          <p:nvPr>
            <p:ph sz="half" idx="1"/>
          </p:nvPr>
        </p:nvSpPr>
        <p:spPr>
          <a:xfrm>
            <a:off x="838200" y="1356852"/>
            <a:ext cx="5181600" cy="4820111"/>
          </a:xfrm>
        </p:spPr>
        <p:txBody>
          <a:bodyPr/>
          <a:lstStyle/>
          <a:p>
            <a:pPr marL="0" indent="0">
              <a:buNone/>
            </a:pPr>
            <a:r>
              <a:rPr lang="en-IN" dirty="0"/>
              <a:t>Chosen enzyme</a:t>
            </a:r>
          </a:p>
          <a:p>
            <a:pPr marL="0" indent="0">
              <a:buNone/>
            </a:pPr>
            <a:r>
              <a:rPr lang="en-IN" b="1" u="sng" dirty="0">
                <a:latin typeface="Arial Black" panose="020B0A04020102020204" pitchFamily="34" charset="0"/>
              </a:rPr>
              <a:t>PROTEASES</a:t>
            </a:r>
          </a:p>
        </p:txBody>
      </p:sp>
      <p:pic>
        <p:nvPicPr>
          <p:cNvPr id="8" name="Content Placeholder 7">
            <a:extLst>
              <a:ext uri="{FF2B5EF4-FFF2-40B4-BE49-F238E27FC236}">
                <a16:creationId xmlns:a16="http://schemas.microsoft.com/office/drawing/2014/main" id="{0DD8FEC5-68C6-7045-C192-3A4D44E1286D}"/>
              </a:ext>
            </a:extLst>
          </p:cNvPr>
          <p:cNvPicPr>
            <a:picLocks noGrp="1" noChangeAspect="1"/>
          </p:cNvPicPr>
          <p:nvPr>
            <p:ph sz="half" idx="2"/>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207236" y="1524000"/>
            <a:ext cx="630964" cy="589935"/>
          </a:xfrm>
        </p:spPr>
      </p:pic>
      <p:sp>
        <p:nvSpPr>
          <p:cNvPr id="10" name="TextBox 9">
            <a:extLst>
              <a:ext uri="{FF2B5EF4-FFF2-40B4-BE49-F238E27FC236}">
                <a16:creationId xmlns:a16="http://schemas.microsoft.com/office/drawing/2014/main" id="{3DEC7B50-3AD8-BCBE-6ED0-96AFB8908463}"/>
              </a:ext>
            </a:extLst>
          </p:cNvPr>
          <p:cNvSpPr txBox="1"/>
          <p:nvPr/>
        </p:nvSpPr>
        <p:spPr>
          <a:xfrm>
            <a:off x="522718" y="2522557"/>
            <a:ext cx="5181600" cy="4524315"/>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Narrow" panose="020B0606020202030204" pitchFamily="34" charset="0"/>
              </a:rPr>
              <a:t>Proteases are a diverse group of </a:t>
            </a:r>
            <a:r>
              <a:rPr lang="en-US" b="1" dirty="0">
                <a:effectLst/>
                <a:latin typeface="Arial Narrow" panose="020B0606020202030204" pitchFamily="34" charset="0"/>
              </a:rPr>
              <a:t>enzymes</a:t>
            </a:r>
            <a:r>
              <a:rPr lang="en-US" b="1" dirty="0">
                <a:latin typeface="Arial Narrow" panose="020B0606020202030204" pitchFamily="34" charset="0"/>
              </a:rPr>
              <a:t> that break down proteins by catalyzing the hydrolysis (breakdown) of peptide bonds, the bonds that link amino acids together.</a:t>
            </a:r>
          </a:p>
          <a:p>
            <a:pPr marL="285750" indent="-285750">
              <a:buFont typeface="Arial" panose="020B0604020202020204" pitchFamily="34" charset="0"/>
              <a:buChar char="•"/>
            </a:pPr>
            <a:r>
              <a:rPr lang="en-US" b="1" dirty="0">
                <a:latin typeface="Arial Narrow" panose="020B0606020202030204" pitchFamily="34" charset="0"/>
              </a:rPr>
              <a:t> They are found in all living organisms, from bacteria to humans, and are essential for fundamental biological processes such as digestion, cell signaling, and the normal functioning of cells and tissues.</a:t>
            </a:r>
          </a:p>
          <a:p>
            <a:pPr marL="285750" indent="-285750">
              <a:buFont typeface="Arial" panose="020B0604020202020204" pitchFamily="34" charset="0"/>
              <a:buChar char="•"/>
            </a:pPr>
            <a:r>
              <a:rPr lang="en-US" b="1" dirty="0">
                <a:latin typeface="Arial Narrow" panose="020B0606020202030204" pitchFamily="34" charset="0"/>
              </a:rPr>
              <a:t>Proteases are also widely used in industrial applications like the food, detergent, and pharmaceutical industries. </a:t>
            </a:r>
          </a:p>
          <a:p>
            <a:pPr marL="285750" indent="-285750">
              <a:buFont typeface="Arial" panose="020B0604020202020204" pitchFamily="34" charset="0"/>
              <a:buChar char="•"/>
            </a:pPr>
            <a:endParaRPr lang="en-US" dirty="0">
              <a:latin typeface="Arial Narrow" panose="020B0606020202030204" pitchFamily="34" charset="0"/>
            </a:endParaRPr>
          </a:p>
          <a:p>
            <a:pPr marL="285750" indent="-285750">
              <a:buFont typeface="Arial" panose="020B0604020202020204" pitchFamily="34" charset="0"/>
              <a:buChar char="•"/>
            </a:pPr>
            <a:endParaRPr lang="en-US" dirty="0">
              <a:latin typeface="Arial Narrow" panose="020B0606020202030204" pitchFamily="34" charset="0"/>
            </a:endParaRPr>
          </a:p>
          <a:p>
            <a:pPr marL="285750" indent="-285750">
              <a:buFont typeface="Arial" panose="020B0604020202020204" pitchFamily="34" charset="0"/>
              <a:buChar char="•"/>
            </a:pPr>
            <a:endParaRPr lang="en-US" dirty="0">
              <a:latin typeface="Arial Narrow" panose="020B0606020202030204" pitchFamily="34" charset="0"/>
            </a:endParaRPr>
          </a:p>
          <a:p>
            <a:pPr marL="285750" indent="-285750">
              <a:buFont typeface="Arial" panose="020B0604020202020204" pitchFamily="34" charset="0"/>
              <a:buChar char="•"/>
            </a:pPr>
            <a:endParaRPr lang="en-IN" dirty="0">
              <a:latin typeface="Arial Narrow" panose="020B0606020202030204" pitchFamily="34" charset="0"/>
            </a:endParaRPr>
          </a:p>
        </p:txBody>
      </p:sp>
      <p:sp>
        <p:nvSpPr>
          <p:cNvPr id="11" name="TextBox 10">
            <a:extLst>
              <a:ext uri="{FF2B5EF4-FFF2-40B4-BE49-F238E27FC236}">
                <a16:creationId xmlns:a16="http://schemas.microsoft.com/office/drawing/2014/main" id="{4175F55E-C66E-14D6-B02F-9C5D20B55F06}"/>
              </a:ext>
            </a:extLst>
          </p:cNvPr>
          <p:cNvSpPr txBox="1"/>
          <p:nvPr/>
        </p:nvSpPr>
        <p:spPr>
          <a:xfrm>
            <a:off x="7069394" y="1341913"/>
            <a:ext cx="4107426" cy="954107"/>
          </a:xfrm>
          <a:prstGeom prst="rect">
            <a:avLst/>
          </a:prstGeom>
          <a:noFill/>
        </p:spPr>
        <p:txBody>
          <a:bodyPr wrap="square" rtlCol="0">
            <a:spAutoFit/>
          </a:bodyPr>
          <a:lstStyle/>
          <a:p>
            <a:r>
              <a:rPr lang="en-IN" sz="2800" dirty="0"/>
              <a:t>Chosen product</a:t>
            </a:r>
          </a:p>
          <a:p>
            <a:r>
              <a:rPr lang="en-IN" sz="2800" b="1" u="sng" dirty="0">
                <a:latin typeface="Arial Black" panose="020B0A04020102020204" pitchFamily="34" charset="0"/>
              </a:rPr>
              <a:t>SOFT COOKIES</a:t>
            </a:r>
          </a:p>
        </p:txBody>
      </p:sp>
      <p:pic>
        <p:nvPicPr>
          <p:cNvPr id="13" name="Graphic 12">
            <a:extLst>
              <a:ext uri="{FF2B5EF4-FFF2-40B4-BE49-F238E27FC236}">
                <a16:creationId xmlns:a16="http://schemas.microsoft.com/office/drawing/2014/main" id="{5FEDA273-B4F9-19BE-FA66-AB593BDA7054}"/>
              </a:ext>
            </a:extLst>
          </p:cNvPr>
          <p:cNvPicPr>
            <a:picLocks noChangeAspect="1"/>
          </p:cNvPicPr>
          <p:nvPr/>
        </p:nvPicPr>
        <p:blipFill>
          <a:blip r:embed="rId5">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tretch>
            <a:fillRect/>
          </a:stretch>
        </p:blipFill>
        <p:spPr>
          <a:xfrm>
            <a:off x="6335282" y="1432955"/>
            <a:ext cx="615084" cy="772022"/>
          </a:xfrm>
          <a:prstGeom prst="rect">
            <a:avLst/>
          </a:prstGeom>
        </p:spPr>
      </p:pic>
      <p:sp>
        <p:nvSpPr>
          <p:cNvPr id="14" name="TextBox 13">
            <a:extLst>
              <a:ext uri="{FF2B5EF4-FFF2-40B4-BE49-F238E27FC236}">
                <a16:creationId xmlns:a16="http://schemas.microsoft.com/office/drawing/2014/main" id="{A160ACFB-9AB1-C803-FDBB-7DB49F55F189}"/>
              </a:ext>
            </a:extLst>
          </p:cNvPr>
          <p:cNvSpPr txBox="1"/>
          <p:nvPr/>
        </p:nvSpPr>
        <p:spPr>
          <a:xfrm>
            <a:off x="6784258" y="2522557"/>
            <a:ext cx="4719484"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Narrow" panose="020B0606020202030204" pitchFamily="34" charset="0"/>
              </a:rPr>
              <a:t>Soft cookies are a type of cookie known for their tender, moist, and often chewy texture, contrasting with harder, crispier cookies. </a:t>
            </a:r>
          </a:p>
          <a:p>
            <a:pPr marL="285750" indent="-285750">
              <a:buFont typeface="Arial" panose="020B0604020202020204" pitchFamily="34" charset="0"/>
              <a:buChar char="•"/>
            </a:pPr>
            <a:r>
              <a:rPr lang="en-US" b="1" dirty="0">
                <a:latin typeface="Arial Narrow" panose="020B0606020202030204" pitchFamily="34" charset="0"/>
              </a:rPr>
              <a:t>They are made with ingredients like a higher ratio of brown sugar to white sugar, moisture-rich components, and often specialty starches and humectants like corn syrup or molasses. </a:t>
            </a:r>
          </a:p>
          <a:p>
            <a:pPr marL="285750" indent="-285750">
              <a:buFont typeface="Arial" panose="020B0604020202020204" pitchFamily="34" charset="0"/>
              <a:buChar char="•"/>
            </a:pPr>
            <a:r>
              <a:rPr lang="en-US" b="1" dirty="0">
                <a:latin typeface="Arial Narrow" panose="020B0606020202030204" pitchFamily="34" charset="0"/>
              </a:rPr>
              <a:t>To achieve a soft cookie, a proper balance of ingredients, melted butter, and a shorter, less intense baking time is crucial</a:t>
            </a:r>
            <a:endParaRPr lang="en-IN" b="1" dirty="0">
              <a:latin typeface="Arial Narrow" panose="020B0606020202030204" pitchFamily="34" charset="0"/>
            </a:endParaRPr>
          </a:p>
        </p:txBody>
      </p:sp>
    </p:spTree>
    <p:extLst>
      <p:ext uri="{BB962C8B-B14F-4D97-AF65-F5344CB8AC3E}">
        <p14:creationId xmlns:p14="http://schemas.microsoft.com/office/powerpoint/2010/main" val="283308088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DE620-7E7B-19C3-A77E-2E1C164CB5BE}"/>
              </a:ext>
            </a:extLst>
          </p:cNvPr>
          <p:cNvSpPr>
            <a:spLocks noGrp="1"/>
          </p:cNvSpPr>
          <p:nvPr>
            <p:ph type="title"/>
          </p:nvPr>
        </p:nvSpPr>
        <p:spPr/>
        <p:txBody>
          <a:bodyPr/>
          <a:lstStyle/>
          <a:p>
            <a:r>
              <a:rPr lang="en-IN" b="1" dirty="0"/>
              <a:t>SOFT COOKIES: PICTURE GALLERY</a:t>
            </a:r>
            <a:br>
              <a:rPr lang="en-IN" sz="1800" dirty="0"/>
            </a:br>
            <a:r>
              <a:rPr lang="en-IN" sz="1800" dirty="0"/>
              <a:t>        </a:t>
            </a:r>
            <a:r>
              <a:rPr lang="en-IN" sz="1800" b="1" u="sng" dirty="0"/>
              <a:t>WARNING: CAN CAUSE EXTREME CRAVINGS</a:t>
            </a:r>
            <a:endParaRPr lang="en-IN" b="1" u="sng" dirty="0"/>
          </a:p>
        </p:txBody>
      </p:sp>
      <p:pic>
        <p:nvPicPr>
          <p:cNvPr id="7" name="Picture 6">
            <a:extLst>
              <a:ext uri="{FF2B5EF4-FFF2-40B4-BE49-F238E27FC236}">
                <a16:creationId xmlns:a16="http://schemas.microsoft.com/office/drawing/2014/main" id="{4D33A70E-D982-7362-A27F-DB0C9DBD4F6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15181" y="1136061"/>
            <a:ext cx="308570" cy="269952"/>
          </a:xfrm>
          <a:prstGeom prst="rect">
            <a:avLst/>
          </a:prstGeom>
        </p:spPr>
      </p:pic>
      <p:pic>
        <p:nvPicPr>
          <p:cNvPr id="8" name="Picture 7">
            <a:extLst>
              <a:ext uri="{FF2B5EF4-FFF2-40B4-BE49-F238E27FC236}">
                <a16:creationId xmlns:a16="http://schemas.microsoft.com/office/drawing/2014/main" id="{EA389EA6-E2CA-E8A6-1B4C-0FBB59E46320}"/>
              </a:ext>
            </a:extLst>
          </p:cNvPr>
          <p:cNvPicPr>
            <a:picLocks noChangeAspect="1"/>
          </p:cNvPicPr>
          <p:nvPr/>
        </p:nvPicPr>
        <p:blipFill>
          <a:blip r:embed="rId4"/>
          <a:stretch>
            <a:fillRect/>
          </a:stretch>
        </p:blipFill>
        <p:spPr>
          <a:xfrm>
            <a:off x="1015181" y="2036352"/>
            <a:ext cx="2848896" cy="1895811"/>
          </a:xfrm>
          <a:prstGeom prst="rect">
            <a:avLst/>
          </a:prstGeom>
          <a:effectLst>
            <a:softEdge rad="31750"/>
          </a:effectLst>
        </p:spPr>
      </p:pic>
      <p:pic>
        <p:nvPicPr>
          <p:cNvPr id="9" name="Picture 8">
            <a:extLst>
              <a:ext uri="{FF2B5EF4-FFF2-40B4-BE49-F238E27FC236}">
                <a16:creationId xmlns:a16="http://schemas.microsoft.com/office/drawing/2014/main" id="{F6B9D23C-0278-1168-A0A8-526EEC85532C}"/>
              </a:ext>
            </a:extLst>
          </p:cNvPr>
          <p:cNvPicPr>
            <a:picLocks noChangeAspect="1"/>
          </p:cNvPicPr>
          <p:nvPr/>
        </p:nvPicPr>
        <p:blipFill>
          <a:blip r:embed="rId5"/>
          <a:stretch>
            <a:fillRect/>
          </a:stretch>
        </p:blipFill>
        <p:spPr>
          <a:xfrm>
            <a:off x="5234293" y="1646623"/>
            <a:ext cx="1743075" cy="2285540"/>
          </a:xfrm>
          <a:prstGeom prst="rect">
            <a:avLst/>
          </a:prstGeom>
          <a:effectLst>
            <a:softEdge rad="31750"/>
          </a:effectLst>
        </p:spPr>
      </p:pic>
      <p:pic>
        <p:nvPicPr>
          <p:cNvPr id="10" name="Picture 9">
            <a:extLst>
              <a:ext uri="{FF2B5EF4-FFF2-40B4-BE49-F238E27FC236}">
                <a16:creationId xmlns:a16="http://schemas.microsoft.com/office/drawing/2014/main" id="{4A32B619-A08C-D2CD-2713-B52DF0DCAFA5}"/>
              </a:ext>
            </a:extLst>
          </p:cNvPr>
          <p:cNvPicPr>
            <a:picLocks noChangeAspect="1"/>
          </p:cNvPicPr>
          <p:nvPr/>
        </p:nvPicPr>
        <p:blipFill>
          <a:blip r:embed="rId6"/>
          <a:stretch>
            <a:fillRect/>
          </a:stretch>
        </p:blipFill>
        <p:spPr>
          <a:xfrm>
            <a:off x="8721365" y="1789038"/>
            <a:ext cx="2143125" cy="2143125"/>
          </a:xfrm>
          <a:prstGeom prst="rect">
            <a:avLst/>
          </a:prstGeom>
          <a:effectLst>
            <a:softEdge rad="31750"/>
          </a:effectLst>
        </p:spPr>
      </p:pic>
      <p:pic>
        <p:nvPicPr>
          <p:cNvPr id="11" name="Picture 10">
            <a:extLst>
              <a:ext uri="{FF2B5EF4-FFF2-40B4-BE49-F238E27FC236}">
                <a16:creationId xmlns:a16="http://schemas.microsoft.com/office/drawing/2014/main" id="{5309C1E3-44F6-43AD-8CFC-628D80D96528}"/>
              </a:ext>
            </a:extLst>
          </p:cNvPr>
          <p:cNvPicPr>
            <a:picLocks noChangeAspect="1"/>
          </p:cNvPicPr>
          <p:nvPr/>
        </p:nvPicPr>
        <p:blipFill>
          <a:blip r:embed="rId7"/>
          <a:stretch>
            <a:fillRect/>
          </a:stretch>
        </p:blipFill>
        <p:spPr>
          <a:xfrm>
            <a:off x="1525229" y="4288296"/>
            <a:ext cx="2143125" cy="2143125"/>
          </a:xfrm>
          <a:prstGeom prst="rect">
            <a:avLst/>
          </a:prstGeom>
          <a:effectLst>
            <a:softEdge rad="31750"/>
          </a:effectLst>
        </p:spPr>
      </p:pic>
      <p:pic>
        <p:nvPicPr>
          <p:cNvPr id="12" name="Picture 11">
            <a:extLst>
              <a:ext uri="{FF2B5EF4-FFF2-40B4-BE49-F238E27FC236}">
                <a16:creationId xmlns:a16="http://schemas.microsoft.com/office/drawing/2014/main" id="{300D3669-B1B1-7CE5-BEAA-937A1DF83112}"/>
              </a:ext>
            </a:extLst>
          </p:cNvPr>
          <p:cNvPicPr>
            <a:picLocks noChangeAspect="1"/>
          </p:cNvPicPr>
          <p:nvPr/>
        </p:nvPicPr>
        <p:blipFill>
          <a:blip r:embed="rId8"/>
          <a:stretch>
            <a:fillRect/>
          </a:stretch>
        </p:blipFill>
        <p:spPr>
          <a:xfrm>
            <a:off x="8721364" y="4288295"/>
            <a:ext cx="2143125" cy="2143125"/>
          </a:xfrm>
          <a:prstGeom prst="rect">
            <a:avLst/>
          </a:prstGeom>
          <a:effectLst>
            <a:softEdge rad="31750"/>
          </a:effectLst>
        </p:spPr>
      </p:pic>
      <p:sp>
        <p:nvSpPr>
          <p:cNvPr id="13" name="TextBox 12">
            <a:extLst>
              <a:ext uri="{FF2B5EF4-FFF2-40B4-BE49-F238E27FC236}">
                <a16:creationId xmlns:a16="http://schemas.microsoft.com/office/drawing/2014/main" id="{00A8E219-DA0B-5818-F5C5-C44AC288FDAB}"/>
              </a:ext>
            </a:extLst>
          </p:cNvPr>
          <p:cNvSpPr txBox="1"/>
          <p:nvPr/>
        </p:nvSpPr>
        <p:spPr>
          <a:xfrm>
            <a:off x="4582754" y="4888211"/>
            <a:ext cx="3616045" cy="646331"/>
          </a:xfrm>
          <a:prstGeom prst="rect">
            <a:avLst/>
          </a:prstGeom>
          <a:noFill/>
        </p:spPr>
        <p:txBody>
          <a:bodyPr wrap="square" rtlCol="0">
            <a:spAutoFit/>
          </a:bodyPr>
          <a:lstStyle/>
          <a:p>
            <a:r>
              <a:rPr lang="en-IN" dirty="0">
                <a:latin typeface="Arial Black" panose="020B0A04020102020204" pitchFamily="34" charset="0"/>
              </a:rPr>
              <a:t>Cookies produced in factories in huge batches</a:t>
            </a:r>
          </a:p>
        </p:txBody>
      </p:sp>
      <p:cxnSp>
        <p:nvCxnSpPr>
          <p:cNvPr id="15" name="Straight Arrow Connector 14">
            <a:extLst>
              <a:ext uri="{FF2B5EF4-FFF2-40B4-BE49-F238E27FC236}">
                <a16:creationId xmlns:a16="http://schemas.microsoft.com/office/drawing/2014/main" id="{9CCED0D3-8D7B-5E3F-6A61-20955AF8268B}"/>
              </a:ext>
            </a:extLst>
          </p:cNvPr>
          <p:cNvCxnSpPr>
            <a:stCxn id="13" idx="1"/>
          </p:cNvCxnSpPr>
          <p:nvPr/>
        </p:nvCxnSpPr>
        <p:spPr>
          <a:xfrm flipH="1" flipV="1">
            <a:off x="3775587" y="5211376"/>
            <a:ext cx="807167"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249C9476-A5EC-9055-8104-B30C7860E3B6}"/>
              </a:ext>
            </a:extLst>
          </p:cNvPr>
          <p:cNvCxnSpPr>
            <a:cxnSpLocks/>
          </p:cNvCxnSpPr>
          <p:nvPr/>
        </p:nvCxnSpPr>
        <p:spPr>
          <a:xfrm>
            <a:off x="7846142" y="5211376"/>
            <a:ext cx="7964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55941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88965-B542-E909-1DB4-1EA496661B5C}"/>
              </a:ext>
            </a:extLst>
          </p:cNvPr>
          <p:cNvSpPr>
            <a:spLocks noGrp="1"/>
          </p:cNvSpPr>
          <p:nvPr>
            <p:ph type="title"/>
          </p:nvPr>
        </p:nvSpPr>
        <p:spPr>
          <a:xfrm>
            <a:off x="613646" y="447675"/>
            <a:ext cx="5039902" cy="539750"/>
          </a:xfrm>
        </p:spPr>
        <p:txBody>
          <a:bodyPr/>
          <a:lstStyle/>
          <a:p>
            <a:r>
              <a:rPr lang="en-IN" dirty="0">
                <a:latin typeface="Broadway" panose="04040905080B02020502" pitchFamily="82" charset="0"/>
              </a:rPr>
              <a:t>ROLE OF PROTEASES</a:t>
            </a:r>
          </a:p>
        </p:txBody>
      </p:sp>
      <p:sp>
        <p:nvSpPr>
          <p:cNvPr id="3" name="Content Placeholder 2">
            <a:extLst>
              <a:ext uri="{FF2B5EF4-FFF2-40B4-BE49-F238E27FC236}">
                <a16:creationId xmlns:a16="http://schemas.microsoft.com/office/drawing/2014/main" id="{B52FD1D4-2E0F-0EE8-2D79-E39796BDECB2}"/>
              </a:ext>
            </a:extLst>
          </p:cNvPr>
          <p:cNvSpPr>
            <a:spLocks noGrp="1"/>
          </p:cNvSpPr>
          <p:nvPr>
            <p:ph idx="1"/>
          </p:nvPr>
        </p:nvSpPr>
        <p:spPr>
          <a:xfrm>
            <a:off x="5172997" y="1233232"/>
            <a:ext cx="6172200" cy="4873625"/>
          </a:xfrm>
          <a:effectLst>
            <a:glow rad="63500">
              <a:schemeClr val="accent3">
                <a:satMod val="175000"/>
                <a:alpha val="40000"/>
              </a:schemeClr>
            </a:glow>
          </a:effectLst>
        </p:spPr>
        <p:txBody>
          <a:bodyPr>
            <a:normAutofit fontScale="62500" lnSpcReduction="20000"/>
          </a:bodyPr>
          <a:lstStyle/>
          <a:p>
            <a:pPr marL="0" indent="0">
              <a:buNone/>
            </a:pPr>
            <a:r>
              <a:rPr lang="en-US" b="1" dirty="0">
                <a:latin typeface="Arial Black" panose="020B0A04020102020204" pitchFamily="34" charset="0"/>
              </a:rPr>
              <a:t>How Proteases Improve Cookies?</a:t>
            </a:r>
          </a:p>
          <a:p>
            <a:r>
              <a:rPr lang="en-US" b="1" dirty="0"/>
              <a:t>Gluten Modification</a:t>
            </a:r>
            <a:r>
              <a:rPr lang="en-US" dirty="0"/>
              <a:t>: Proteases break down the large protein molecules in the gluten network into smaller pieces. </a:t>
            </a:r>
          </a:p>
          <a:p>
            <a:r>
              <a:rPr lang="en-US" b="1" dirty="0"/>
              <a:t>Dough Softening</a:t>
            </a:r>
            <a:r>
              <a:rPr lang="en-US" dirty="0"/>
              <a:t>: This modification makes the dough more extensible, or stretchable, and less elastic, which helps manage dough consistency and prevents tearing when it's rolled thin. </a:t>
            </a:r>
          </a:p>
          <a:p>
            <a:r>
              <a:rPr lang="en-US" b="1" dirty="0"/>
              <a:t>Tender Texture</a:t>
            </a:r>
            <a:r>
              <a:rPr lang="en-US" dirty="0"/>
              <a:t>: By weakening gluten bonds, proteases ensure a tender crumb and a softer bite in the finished cookie. </a:t>
            </a:r>
          </a:p>
          <a:p>
            <a:r>
              <a:rPr lang="en-US" b="1" dirty="0"/>
              <a:t>Increased Spread</a:t>
            </a:r>
            <a:r>
              <a:rPr lang="en-US" dirty="0"/>
              <a:t>: The relaxation of the gluten matrix allows the cookie to spread more during baking, leading to a larger, more acceptable appearance. </a:t>
            </a:r>
          </a:p>
          <a:p>
            <a:r>
              <a:rPr lang="en-US" b="1" dirty="0"/>
              <a:t>Reduced Toughness</a:t>
            </a:r>
            <a:r>
              <a:rPr lang="en-US" dirty="0"/>
              <a:t>: Without proteases, high-protein flour can result in dense, tough cookies. Proteases prevent this by controlling gluten development. </a:t>
            </a:r>
            <a:endParaRPr lang="en-IN" dirty="0"/>
          </a:p>
        </p:txBody>
      </p:sp>
      <p:sp>
        <p:nvSpPr>
          <p:cNvPr id="4" name="Text Placeholder 3">
            <a:extLst>
              <a:ext uri="{FF2B5EF4-FFF2-40B4-BE49-F238E27FC236}">
                <a16:creationId xmlns:a16="http://schemas.microsoft.com/office/drawing/2014/main" id="{D361A60D-A7AE-52C6-5DA6-4A6F2B0A8DF4}"/>
              </a:ext>
            </a:extLst>
          </p:cNvPr>
          <p:cNvSpPr>
            <a:spLocks noGrp="1"/>
          </p:cNvSpPr>
          <p:nvPr>
            <p:ph type="body" sz="half" idx="2"/>
          </p:nvPr>
        </p:nvSpPr>
        <p:spPr>
          <a:xfrm>
            <a:off x="613646" y="1842472"/>
            <a:ext cx="4400806" cy="3163530"/>
          </a:xfrm>
        </p:spPr>
        <p:txBody>
          <a:bodyPr/>
          <a:lstStyle/>
          <a:p>
            <a:r>
              <a:rPr lang="en-US" dirty="0">
                <a:latin typeface="Arial Black" panose="020B0A04020102020204" pitchFamily="34" charset="0"/>
              </a:rPr>
              <a:t>In making cookies, proteases act as baking improvers by modifying the gluten network in flour to create a softer, more tender texture. They break down proteins, which relaxes and weakens the gluten, preventing a tough, dense final product. This enzymatic action increases the cookie's spread, enhances its appearance, and produces a desirable, tender mouthfeel, especially in shortbread and other soft-cookie varieties. </a:t>
            </a:r>
            <a:endParaRPr lang="en-IN" dirty="0">
              <a:latin typeface="Arial Black" panose="020B0A04020102020204" pitchFamily="34" charset="0"/>
            </a:endParaRPr>
          </a:p>
        </p:txBody>
      </p:sp>
    </p:spTree>
    <p:extLst>
      <p:ext uri="{BB962C8B-B14F-4D97-AF65-F5344CB8AC3E}">
        <p14:creationId xmlns:p14="http://schemas.microsoft.com/office/powerpoint/2010/main" val="4006390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857D5-D81C-6DC3-68FE-D6724E16CE40}"/>
              </a:ext>
            </a:extLst>
          </p:cNvPr>
          <p:cNvSpPr>
            <a:spLocks noGrp="1"/>
          </p:cNvSpPr>
          <p:nvPr>
            <p:ph type="title"/>
          </p:nvPr>
        </p:nvSpPr>
        <p:spPr>
          <a:xfrm>
            <a:off x="839788" y="457200"/>
            <a:ext cx="9454586" cy="712839"/>
          </a:xfrm>
        </p:spPr>
        <p:txBody>
          <a:bodyPr>
            <a:normAutofit fontScale="90000"/>
          </a:bodyPr>
          <a:lstStyle/>
          <a:p>
            <a:r>
              <a:rPr lang="en-IN" dirty="0">
                <a:latin typeface="Broadway" panose="04040905080B02020502" pitchFamily="82" charset="0"/>
              </a:rPr>
              <a:t>PROCESS OF MAKING COOKIES WITH PROTEASES AND REQUIRED CONDITIONS</a:t>
            </a:r>
            <a:endParaRPr lang="en-IN" dirty="0"/>
          </a:p>
        </p:txBody>
      </p:sp>
      <p:sp>
        <p:nvSpPr>
          <p:cNvPr id="3" name="Content Placeholder 2">
            <a:extLst>
              <a:ext uri="{FF2B5EF4-FFF2-40B4-BE49-F238E27FC236}">
                <a16:creationId xmlns:a16="http://schemas.microsoft.com/office/drawing/2014/main" id="{A12EA7B2-4AD1-7C63-C02A-0D059C341ED5}"/>
              </a:ext>
            </a:extLst>
          </p:cNvPr>
          <p:cNvSpPr>
            <a:spLocks noGrp="1"/>
          </p:cNvSpPr>
          <p:nvPr>
            <p:ph idx="1"/>
          </p:nvPr>
        </p:nvSpPr>
        <p:spPr>
          <a:xfrm>
            <a:off x="839788" y="3199881"/>
            <a:ext cx="6172200" cy="3097161"/>
          </a:xfrm>
        </p:spPr>
        <p:txBody>
          <a:bodyPr>
            <a:normAutofit fontScale="92500" lnSpcReduction="10000"/>
          </a:bodyPr>
          <a:lstStyle/>
          <a:p>
            <a:pPr marL="0" indent="0">
              <a:buNone/>
            </a:pPr>
            <a:r>
              <a:rPr lang="en-IN" dirty="0"/>
              <a:t>IMPORTANT CONDITIONS:</a:t>
            </a:r>
          </a:p>
          <a:p>
            <a:pPr marL="342900" indent="-342900">
              <a:buAutoNum type="arabicPeriod"/>
            </a:pPr>
            <a:r>
              <a:rPr lang="en-IN" sz="1800" dirty="0">
                <a:latin typeface="NanumGothicExtraBold" panose="020D0904000000000000" pitchFamily="34" charset="-127"/>
                <a:ea typeface="NanumGothicExtraBold" panose="020D0904000000000000" pitchFamily="34" charset="-127"/>
              </a:rPr>
              <a:t>Type of enzyme: essentially BIOBAKE or NEUTRASE or any other with concentration 30,60 or 90 ppm</a:t>
            </a:r>
          </a:p>
          <a:p>
            <a:pPr marL="342900" indent="-342900">
              <a:buAutoNum type="arabicPeriod"/>
            </a:pPr>
            <a:r>
              <a:rPr lang="en-IN" sz="1800" dirty="0">
                <a:latin typeface="NanumGothicExtraBold" panose="020D0904000000000000" pitchFamily="34" charset="-127"/>
                <a:ea typeface="NanumGothicExtraBold" panose="020D0904000000000000" pitchFamily="34" charset="-127"/>
              </a:rPr>
              <a:t>Optimal pH should be 5-6(slightly acidic environment)</a:t>
            </a:r>
          </a:p>
          <a:p>
            <a:pPr marL="342900" indent="-342900">
              <a:buAutoNum type="arabicPeriod"/>
            </a:pPr>
            <a:r>
              <a:rPr lang="en-IN" sz="1800" dirty="0">
                <a:latin typeface="NanumGothicExtraBold" panose="020D0904000000000000" pitchFamily="34" charset="-127"/>
                <a:ea typeface="NanumGothicExtraBold" panose="020D0904000000000000" pitchFamily="34" charset="-127"/>
              </a:rPr>
              <a:t>Bake at standard temperature i.e. 180 degree </a:t>
            </a:r>
            <a:r>
              <a:rPr lang="en-IN" sz="1800" dirty="0" err="1">
                <a:latin typeface="NanumGothicExtraBold" panose="020D0904000000000000" pitchFamily="34" charset="-127"/>
                <a:ea typeface="NanumGothicExtraBold" panose="020D0904000000000000" pitchFamily="34" charset="-127"/>
              </a:rPr>
              <a:t>celcius</a:t>
            </a:r>
            <a:r>
              <a:rPr lang="en-IN" sz="1800" dirty="0">
                <a:latin typeface="NanumGothicExtraBold" panose="020D0904000000000000" pitchFamily="34" charset="-127"/>
                <a:ea typeface="NanumGothicExtraBold" panose="020D0904000000000000" pitchFamily="34" charset="-127"/>
              </a:rPr>
              <a:t> and while dough mixing, 30-40 degrees</a:t>
            </a:r>
          </a:p>
          <a:p>
            <a:pPr marL="342900" indent="-342900">
              <a:buAutoNum type="arabicPeriod"/>
            </a:pPr>
            <a:r>
              <a:rPr lang="en-IN" sz="1800" dirty="0">
                <a:latin typeface="NanumGothicExtraBold" panose="020D0904000000000000" pitchFamily="34" charset="-127"/>
                <a:ea typeface="NanumGothicExtraBold" panose="020D0904000000000000" pitchFamily="34" charset="-127"/>
              </a:rPr>
              <a:t>Be mindful of over-mixing as it can damage the gluten network</a:t>
            </a:r>
          </a:p>
          <a:p>
            <a:pPr marL="342900" indent="-342900">
              <a:buAutoNum type="arabicPeriod"/>
            </a:pPr>
            <a:r>
              <a:rPr lang="en-IN" sz="1800" dirty="0">
                <a:latin typeface="NanumGothicExtraBold" panose="020D0904000000000000" pitchFamily="34" charset="-127"/>
                <a:ea typeface="NanumGothicExtraBold" panose="020D0904000000000000" pitchFamily="34" charset="-127"/>
              </a:rPr>
              <a:t>Mix the enzyme in before or during the dough preparation NOT AS A LAST MINUTE ADDITION</a:t>
            </a:r>
          </a:p>
          <a:p>
            <a:pPr marL="342900" indent="-342900">
              <a:buAutoNum type="arabicPeriod"/>
            </a:pPr>
            <a:endParaRPr lang="en-IN" sz="1800" dirty="0">
              <a:latin typeface="NanumGothicExtraBold" panose="020D0904000000000000" pitchFamily="34" charset="-127"/>
              <a:ea typeface="NanumGothicExtraBold" panose="020D0904000000000000" pitchFamily="34" charset="-127"/>
            </a:endParaRPr>
          </a:p>
          <a:p>
            <a:pPr marL="0" indent="0">
              <a:buNone/>
            </a:pPr>
            <a:endParaRPr lang="en-IN" dirty="0"/>
          </a:p>
        </p:txBody>
      </p:sp>
      <p:sp>
        <p:nvSpPr>
          <p:cNvPr id="4" name="Text Placeholder 3">
            <a:extLst>
              <a:ext uri="{FF2B5EF4-FFF2-40B4-BE49-F238E27FC236}">
                <a16:creationId xmlns:a16="http://schemas.microsoft.com/office/drawing/2014/main" id="{AD1292EE-F3FB-2A91-40E9-98B071469F77}"/>
              </a:ext>
            </a:extLst>
          </p:cNvPr>
          <p:cNvSpPr>
            <a:spLocks noGrp="1"/>
          </p:cNvSpPr>
          <p:nvPr>
            <p:ph type="body" sz="half" idx="2"/>
          </p:nvPr>
        </p:nvSpPr>
        <p:spPr>
          <a:xfrm>
            <a:off x="1368707" y="1410670"/>
            <a:ext cx="9454586" cy="3097161"/>
          </a:xfrm>
        </p:spPr>
        <p:txBody>
          <a:bodyPr/>
          <a:lstStyle/>
          <a:p>
            <a:r>
              <a:rPr lang="en-US" dirty="0">
                <a:latin typeface="Arial Black" panose="020B0A04020102020204" pitchFamily="34" charset="0"/>
              </a:rPr>
              <a:t>To make cookies with proteases, incorporate the enzyme into the flour before or during mixing, aiming to partially hydrolyze gluten proteins to alter dough properties like tenderness and spread. Required conditions involve selecting an appropriate commercial protease, like </a:t>
            </a:r>
            <a:r>
              <a:rPr lang="en-US" dirty="0" err="1">
                <a:latin typeface="Arial Black" panose="020B0A04020102020204" pitchFamily="34" charset="0"/>
                <a:hlinkClick r:id="rId3">
                  <a:extLst>
                    <a:ext uri="{A12FA001-AC4F-418D-AE19-62706E023703}">
                      <ahyp:hlinkClr xmlns:ahyp="http://schemas.microsoft.com/office/drawing/2018/hyperlinkcolor" val="tx"/>
                    </a:ext>
                  </a:extLst>
                </a:hlinkClick>
              </a:rPr>
              <a:t>Biobake</a:t>
            </a:r>
            <a:r>
              <a:rPr lang="en-US" dirty="0">
                <a:latin typeface="Arial Black" panose="020B0A04020102020204" pitchFamily="34" charset="0"/>
              </a:rPr>
              <a:t> or </a:t>
            </a:r>
            <a:r>
              <a:rPr lang="en-US" dirty="0" err="1">
                <a:latin typeface="Arial Black" panose="020B0A04020102020204" pitchFamily="34" charset="0"/>
                <a:hlinkClick r:id="rId4">
                  <a:extLst>
                    <a:ext uri="{A12FA001-AC4F-418D-AE19-62706E023703}">
                      <ahyp:hlinkClr xmlns:ahyp="http://schemas.microsoft.com/office/drawing/2018/hyperlinkcolor" val="tx"/>
                    </a:ext>
                  </a:extLst>
                </a:hlinkClick>
              </a:rPr>
              <a:t>Neutrase</a:t>
            </a:r>
            <a:r>
              <a:rPr lang="en-US" dirty="0">
                <a:latin typeface="Arial Black" panose="020B0A04020102020204" pitchFamily="34" charset="0"/>
              </a:rPr>
              <a:t>, adding it at a specific ppm concentration (e.g., 30-90 ppm), and optimizing the standard cookie-making process to manage the enzyme's effects on dough texture and the final cookie. </a:t>
            </a:r>
            <a:endParaRPr lang="en-IN" dirty="0">
              <a:latin typeface="Arial Black" panose="020B0A04020102020204" pitchFamily="34" charset="0"/>
            </a:endParaRPr>
          </a:p>
        </p:txBody>
      </p:sp>
      <p:sp>
        <p:nvSpPr>
          <p:cNvPr id="5" name="Rectangle 4">
            <a:extLst>
              <a:ext uri="{FF2B5EF4-FFF2-40B4-BE49-F238E27FC236}">
                <a16:creationId xmlns:a16="http://schemas.microsoft.com/office/drawing/2014/main" id="{10D00D0E-DBC5-386F-3517-9C9B072CD8E5}"/>
              </a:ext>
            </a:extLst>
          </p:cNvPr>
          <p:cNvSpPr/>
          <p:nvPr/>
        </p:nvSpPr>
        <p:spPr>
          <a:xfrm>
            <a:off x="757084" y="3116826"/>
            <a:ext cx="6351639" cy="3180216"/>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pic>
        <p:nvPicPr>
          <p:cNvPr id="7" name="Picture 6">
            <a:extLst>
              <a:ext uri="{FF2B5EF4-FFF2-40B4-BE49-F238E27FC236}">
                <a16:creationId xmlns:a16="http://schemas.microsoft.com/office/drawing/2014/main" id="{78AEAB56-AE47-1E5C-79F3-EE7807B3C97D}"/>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7623611" y="3275685"/>
            <a:ext cx="4167128" cy="2779442"/>
          </a:xfrm>
          <a:prstGeom prst="rect">
            <a:avLst/>
          </a:prstGeom>
        </p:spPr>
      </p:pic>
    </p:spTree>
    <p:extLst>
      <p:ext uri="{BB962C8B-B14F-4D97-AF65-F5344CB8AC3E}">
        <p14:creationId xmlns:p14="http://schemas.microsoft.com/office/powerpoint/2010/main" val="188147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4157E-9779-CD7B-4889-5E78FA8D1F94}"/>
              </a:ext>
            </a:extLst>
          </p:cNvPr>
          <p:cNvSpPr>
            <a:spLocks noGrp="1"/>
          </p:cNvSpPr>
          <p:nvPr>
            <p:ph type="title"/>
          </p:nvPr>
        </p:nvSpPr>
        <p:spPr>
          <a:xfrm>
            <a:off x="838200" y="99653"/>
            <a:ext cx="7578214" cy="1325563"/>
          </a:xfrm>
        </p:spPr>
        <p:txBody>
          <a:bodyPr>
            <a:normAutofit/>
          </a:bodyPr>
          <a:lstStyle/>
          <a:p>
            <a:r>
              <a:rPr lang="en-IN" sz="4000" dirty="0">
                <a:latin typeface="Broadway" panose="04040905080B02020502" pitchFamily="82" charset="0"/>
              </a:rPr>
              <a:t>INDUSTRIAL APPLICATION</a:t>
            </a:r>
          </a:p>
        </p:txBody>
      </p:sp>
      <p:sp>
        <p:nvSpPr>
          <p:cNvPr id="3" name="Content Placeholder 2">
            <a:extLst>
              <a:ext uri="{FF2B5EF4-FFF2-40B4-BE49-F238E27FC236}">
                <a16:creationId xmlns:a16="http://schemas.microsoft.com/office/drawing/2014/main" id="{980DEC42-3377-10C5-892D-C5C5293BD0D5}"/>
              </a:ext>
            </a:extLst>
          </p:cNvPr>
          <p:cNvSpPr>
            <a:spLocks noGrp="1"/>
          </p:cNvSpPr>
          <p:nvPr>
            <p:ph idx="1"/>
          </p:nvPr>
        </p:nvSpPr>
        <p:spPr>
          <a:xfrm>
            <a:off x="838200" y="1189703"/>
            <a:ext cx="10515600" cy="3362632"/>
          </a:xfrm>
        </p:spPr>
        <p:txBody>
          <a:bodyPr/>
          <a:lstStyle/>
          <a:p>
            <a:r>
              <a:rPr lang="en-US" b="1" dirty="0"/>
              <a:t>Improved Dough Handling:</a:t>
            </a:r>
            <a:r>
              <a:rPr lang="en-US" dirty="0"/>
              <a:t> Reduces stickiness and improves machinability</a:t>
            </a:r>
          </a:p>
          <a:p>
            <a:r>
              <a:rPr lang="en-US" b="1" dirty="0"/>
              <a:t>Increased Cookie Spread:</a:t>
            </a:r>
            <a:r>
              <a:rPr lang="en-US" dirty="0"/>
              <a:t> Creates larger diameter cookies with even thickness</a:t>
            </a:r>
          </a:p>
          <a:p>
            <a:r>
              <a:rPr lang="en-US" b="1" dirty="0"/>
              <a:t>Texture Control:</a:t>
            </a:r>
            <a:r>
              <a:rPr lang="en-US" dirty="0"/>
              <a:t> Enables production of consistently soft, chewy cookies</a:t>
            </a:r>
          </a:p>
          <a:p>
            <a:r>
              <a:rPr lang="en-US" b="1" dirty="0"/>
              <a:t>Shelf-life:</a:t>
            </a:r>
            <a:r>
              <a:rPr lang="en-US" dirty="0"/>
              <a:t> Can affect moisture retention and prevent hardening</a:t>
            </a:r>
          </a:p>
          <a:p>
            <a:endParaRPr lang="en-IN" dirty="0"/>
          </a:p>
        </p:txBody>
      </p:sp>
      <p:sp>
        <p:nvSpPr>
          <p:cNvPr id="4" name="TextBox 3">
            <a:extLst>
              <a:ext uri="{FF2B5EF4-FFF2-40B4-BE49-F238E27FC236}">
                <a16:creationId xmlns:a16="http://schemas.microsoft.com/office/drawing/2014/main" id="{E54FCA2D-5F13-80F4-6E89-148E11126148}"/>
              </a:ext>
            </a:extLst>
          </p:cNvPr>
          <p:cNvSpPr txBox="1"/>
          <p:nvPr/>
        </p:nvSpPr>
        <p:spPr>
          <a:xfrm>
            <a:off x="727587" y="4552335"/>
            <a:ext cx="10736826" cy="923330"/>
          </a:xfrm>
          <a:prstGeom prst="rect">
            <a:avLst/>
          </a:prstGeom>
          <a:noFill/>
        </p:spPr>
        <p:txBody>
          <a:bodyPr wrap="square" rtlCol="0">
            <a:spAutoFit/>
          </a:bodyPr>
          <a:lstStyle/>
          <a:p>
            <a:r>
              <a:rPr lang="en-IN" b="1" u="sng" dirty="0"/>
              <a:t>KEY BENEFITS</a:t>
            </a:r>
          </a:p>
          <a:p>
            <a:endParaRPr lang="en-IN" dirty="0"/>
          </a:p>
          <a:p>
            <a:r>
              <a:rPr lang="en-IN" dirty="0"/>
              <a:t> </a:t>
            </a:r>
          </a:p>
        </p:txBody>
      </p:sp>
      <p:pic>
        <p:nvPicPr>
          <p:cNvPr id="6" name="Graphic 5" descr="Checklist with solid fill">
            <a:extLst>
              <a:ext uri="{FF2B5EF4-FFF2-40B4-BE49-F238E27FC236}">
                <a16:creationId xmlns:a16="http://schemas.microsoft.com/office/drawing/2014/main" id="{C09257D8-F0E6-4DB0-BC95-4BBD039FC8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4293" y="5074572"/>
            <a:ext cx="567813" cy="567813"/>
          </a:xfrm>
          <a:prstGeom prst="rect">
            <a:avLst/>
          </a:prstGeom>
        </p:spPr>
      </p:pic>
      <p:sp>
        <p:nvSpPr>
          <p:cNvPr id="7" name="TextBox 6">
            <a:extLst>
              <a:ext uri="{FF2B5EF4-FFF2-40B4-BE49-F238E27FC236}">
                <a16:creationId xmlns:a16="http://schemas.microsoft.com/office/drawing/2014/main" id="{FE9381EA-9AD1-BF5D-745F-BFD0AA590B86}"/>
              </a:ext>
            </a:extLst>
          </p:cNvPr>
          <p:cNvSpPr txBox="1"/>
          <p:nvPr/>
        </p:nvSpPr>
        <p:spPr>
          <a:xfrm>
            <a:off x="1043447" y="5014000"/>
            <a:ext cx="3046771" cy="1200329"/>
          </a:xfrm>
          <a:prstGeom prst="rect">
            <a:avLst/>
          </a:prstGeom>
          <a:noFill/>
        </p:spPr>
        <p:txBody>
          <a:bodyPr wrap="square" rtlCol="0">
            <a:spAutoFit/>
          </a:bodyPr>
          <a:lstStyle/>
          <a:p>
            <a:r>
              <a:rPr lang="en-US" b="1"/>
              <a:t>Process Efficiency</a:t>
            </a:r>
          </a:p>
          <a:p>
            <a:r>
              <a:rPr lang="en-US"/>
              <a:t>Reduced mixing time and improved production throughput</a:t>
            </a:r>
          </a:p>
        </p:txBody>
      </p:sp>
      <p:sp>
        <p:nvSpPr>
          <p:cNvPr id="8" name="TextBox 7">
            <a:extLst>
              <a:ext uri="{FF2B5EF4-FFF2-40B4-BE49-F238E27FC236}">
                <a16:creationId xmlns:a16="http://schemas.microsoft.com/office/drawing/2014/main" id="{E4524FB6-6A04-9A9B-1E89-55CE35EC1EB5}"/>
              </a:ext>
            </a:extLst>
          </p:cNvPr>
          <p:cNvSpPr txBox="1"/>
          <p:nvPr/>
        </p:nvSpPr>
        <p:spPr>
          <a:xfrm>
            <a:off x="4719484" y="5014000"/>
            <a:ext cx="3303639" cy="1200329"/>
          </a:xfrm>
          <a:prstGeom prst="rect">
            <a:avLst/>
          </a:prstGeom>
          <a:noFill/>
        </p:spPr>
        <p:txBody>
          <a:bodyPr wrap="square" rtlCol="0">
            <a:spAutoFit/>
          </a:bodyPr>
          <a:lstStyle/>
          <a:p>
            <a:r>
              <a:rPr lang="en-US" b="1" dirty="0"/>
              <a:t>Quality Consistency</a:t>
            </a:r>
          </a:p>
          <a:p>
            <a:r>
              <a:rPr lang="en-US" dirty="0"/>
              <a:t>Uniform texture and appearance across production batches</a:t>
            </a:r>
          </a:p>
          <a:p>
            <a:endParaRPr lang="en-IN" dirty="0"/>
          </a:p>
        </p:txBody>
      </p:sp>
      <p:sp>
        <p:nvSpPr>
          <p:cNvPr id="9" name="TextBox 8">
            <a:extLst>
              <a:ext uri="{FF2B5EF4-FFF2-40B4-BE49-F238E27FC236}">
                <a16:creationId xmlns:a16="http://schemas.microsoft.com/office/drawing/2014/main" id="{04CB7E8E-84CB-9870-9801-9B7CF5B979AD}"/>
              </a:ext>
            </a:extLst>
          </p:cNvPr>
          <p:cNvSpPr txBox="1"/>
          <p:nvPr/>
        </p:nvSpPr>
        <p:spPr>
          <a:xfrm>
            <a:off x="8996516" y="5013999"/>
            <a:ext cx="3303639" cy="1200329"/>
          </a:xfrm>
          <a:prstGeom prst="rect">
            <a:avLst/>
          </a:prstGeom>
          <a:noFill/>
        </p:spPr>
        <p:txBody>
          <a:bodyPr wrap="square" rtlCol="0">
            <a:spAutoFit/>
          </a:bodyPr>
          <a:lstStyle/>
          <a:p>
            <a:r>
              <a:rPr lang="en-US" b="1" dirty="0"/>
              <a:t>Texture Customization</a:t>
            </a:r>
          </a:p>
          <a:p>
            <a:r>
              <a:rPr lang="en-US" dirty="0"/>
              <a:t>Adjustable enzyme levels for different product specifications</a:t>
            </a:r>
          </a:p>
          <a:p>
            <a:endParaRPr lang="en-IN" dirty="0"/>
          </a:p>
        </p:txBody>
      </p:sp>
      <p:pic>
        <p:nvPicPr>
          <p:cNvPr id="11" name="Graphic 10" descr="Scales of justice with solid fill">
            <a:extLst>
              <a:ext uri="{FF2B5EF4-FFF2-40B4-BE49-F238E27FC236}">
                <a16:creationId xmlns:a16="http://schemas.microsoft.com/office/drawing/2014/main" id="{0563E510-7E93-71DB-D365-B5373E8DD6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90218" y="5074572"/>
            <a:ext cx="666135" cy="567813"/>
          </a:xfrm>
          <a:prstGeom prst="rect">
            <a:avLst/>
          </a:prstGeom>
        </p:spPr>
      </p:pic>
      <p:pic>
        <p:nvPicPr>
          <p:cNvPr id="12" name="Picture 11">
            <a:extLst>
              <a:ext uri="{FF2B5EF4-FFF2-40B4-BE49-F238E27FC236}">
                <a16:creationId xmlns:a16="http://schemas.microsoft.com/office/drawing/2014/main" id="{0EB19C21-55CB-E404-191C-28520D319900}"/>
              </a:ext>
            </a:extLst>
          </p:cNvPr>
          <p:cNvPicPr>
            <a:picLocks noChangeAspect="1"/>
          </p:cNvPicPr>
          <p:nvPr/>
        </p:nvPicPr>
        <p:blipFill>
          <a:blip r:embed="rId6"/>
          <a:stretch>
            <a:fillRect/>
          </a:stretch>
        </p:blipFill>
        <p:spPr>
          <a:xfrm>
            <a:off x="8536106" y="5075816"/>
            <a:ext cx="450578" cy="566569"/>
          </a:xfrm>
          <a:prstGeom prst="rect">
            <a:avLst/>
          </a:prstGeom>
        </p:spPr>
      </p:pic>
    </p:spTree>
    <p:extLst>
      <p:ext uri="{BB962C8B-B14F-4D97-AF65-F5344CB8AC3E}">
        <p14:creationId xmlns:p14="http://schemas.microsoft.com/office/powerpoint/2010/main" val="2186195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FB1C9-3405-F6DE-6513-8E78CDEA2024}"/>
              </a:ext>
            </a:extLst>
          </p:cNvPr>
          <p:cNvSpPr>
            <a:spLocks noGrp="1"/>
          </p:cNvSpPr>
          <p:nvPr>
            <p:ph type="title"/>
          </p:nvPr>
        </p:nvSpPr>
        <p:spPr>
          <a:xfrm>
            <a:off x="117987" y="0"/>
            <a:ext cx="11284974" cy="1325563"/>
          </a:xfrm>
        </p:spPr>
        <p:txBody>
          <a:bodyPr>
            <a:normAutofit/>
          </a:bodyPr>
          <a:lstStyle/>
          <a:p>
            <a:r>
              <a:rPr lang="en-IN" sz="3600" dirty="0">
                <a:latin typeface="Broadway" panose="04040905080B02020502" pitchFamily="82" charset="0"/>
              </a:rPr>
              <a:t>COMPUTER ENGINEERING IN FOOD INDUSTRY</a:t>
            </a:r>
          </a:p>
        </p:txBody>
      </p:sp>
      <p:sp>
        <p:nvSpPr>
          <p:cNvPr id="3" name="TextBox 2">
            <a:extLst>
              <a:ext uri="{FF2B5EF4-FFF2-40B4-BE49-F238E27FC236}">
                <a16:creationId xmlns:a16="http://schemas.microsoft.com/office/drawing/2014/main" id="{03BD3B80-0F36-03BC-08D3-D3D5B62CBA89}"/>
              </a:ext>
            </a:extLst>
          </p:cNvPr>
          <p:cNvSpPr txBox="1"/>
          <p:nvPr/>
        </p:nvSpPr>
        <p:spPr>
          <a:xfrm>
            <a:off x="789038" y="1325563"/>
            <a:ext cx="4697361" cy="2308324"/>
          </a:xfrm>
          <a:prstGeom prst="rect">
            <a:avLst/>
          </a:prstGeom>
          <a:noFill/>
        </p:spPr>
        <p:txBody>
          <a:bodyPr wrap="square" rtlCol="0">
            <a:spAutoFit/>
          </a:bodyPr>
          <a:lstStyle/>
          <a:p>
            <a:r>
              <a:rPr lang="en-US" b="1" dirty="0"/>
              <a:t>Process Automation &amp; Control</a:t>
            </a:r>
          </a:p>
          <a:p>
            <a:pPr marL="285750" indent="-285750">
              <a:buFont typeface="Arial" panose="020B0604020202020204" pitchFamily="34" charset="0"/>
              <a:buChar char="•"/>
            </a:pPr>
            <a:r>
              <a:rPr lang="en-US" dirty="0"/>
              <a:t>Automated temperature, humidity, and time control for consistent baking conditions</a:t>
            </a:r>
          </a:p>
          <a:p>
            <a:pPr marL="285750" indent="-285750">
              <a:buFont typeface="Arial" panose="020B0604020202020204" pitchFamily="34" charset="0"/>
              <a:buChar char="•"/>
            </a:pPr>
            <a:r>
              <a:rPr lang="en-US" dirty="0"/>
              <a:t>Precise enzyme dosage systems for optimal protease activity</a:t>
            </a:r>
          </a:p>
          <a:p>
            <a:pPr marL="285750" indent="-285750">
              <a:buFont typeface="Arial" panose="020B0604020202020204" pitchFamily="34" charset="0"/>
              <a:buChar char="•"/>
            </a:pPr>
            <a:r>
              <a:rPr lang="en-US" dirty="0"/>
              <a:t>Real-time adjustments based on dough properties</a:t>
            </a:r>
          </a:p>
          <a:p>
            <a:endParaRPr lang="en-IN" dirty="0"/>
          </a:p>
        </p:txBody>
      </p:sp>
      <p:sp>
        <p:nvSpPr>
          <p:cNvPr id="4" name="TextBox 3">
            <a:extLst>
              <a:ext uri="{FF2B5EF4-FFF2-40B4-BE49-F238E27FC236}">
                <a16:creationId xmlns:a16="http://schemas.microsoft.com/office/drawing/2014/main" id="{4C82047A-8B4E-D3B5-C6A5-C24F68712FA8}"/>
              </a:ext>
            </a:extLst>
          </p:cNvPr>
          <p:cNvSpPr txBox="1"/>
          <p:nvPr/>
        </p:nvSpPr>
        <p:spPr>
          <a:xfrm>
            <a:off x="7138219" y="1325563"/>
            <a:ext cx="4434349" cy="2308324"/>
          </a:xfrm>
          <a:prstGeom prst="rect">
            <a:avLst/>
          </a:prstGeom>
          <a:noFill/>
        </p:spPr>
        <p:txBody>
          <a:bodyPr wrap="square" rtlCol="0">
            <a:spAutoFit/>
          </a:bodyPr>
          <a:lstStyle/>
          <a:p>
            <a:r>
              <a:rPr lang="en-IN" b="1" dirty="0"/>
              <a:t>Smart Sensors &amp; Monitoring</a:t>
            </a:r>
          </a:p>
          <a:p>
            <a:pPr marL="285750" indent="-285750">
              <a:buFont typeface="Arial" panose="020B0604020202020204" pitchFamily="34" charset="0"/>
              <a:buChar char="•"/>
            </a:pPr>
            <a:r>
              <a:rPr lang="en-IN" dirty="0"/>
              <a:t>Real-time pH and moisture monitoring for optimal enzyme activity</a:t>
            </a:r>
          </a:p>
          <a:p>
            <a:pPr marL="285750" indent="-285750">
              <a:buFont typeface="Arial" panose="020B0604020202020204" pitchFamily="34" charset="0"/>
              <a:buChar char="•"/>
            </a:pPr>
            <a:r>
              <a:rPr lang="en-IN" dirty="0"/>
              <a:t>Texture analysis sensors for consistent cookie softness</a:t>
            </a:r>
          </a:p>
          <a:p>
            <a:pPr marL="285750" indent="-285750">
              <a:buFont typeface="Arial" panose="020B0604020202020204" pitchFamily="34" charset="0"/>
              <a:buChar char="•"/>
            </a:pPr>
            <a:r>
              <a:rPr lang="en-IN" dirty="0"/>
              <a:t>Vision systems for quality control and uniformity</a:t>
            </a:r>
          </a:p>
          <a:p>
            <a:endParaRPr lang="en-IN" dirty="0"/>
          </a:p>
        </p:txBody>
      </p:sp>
      <p:sp>
        <p:nvSpPr>
          <p:cNvPr id="5" name="TextBox 4">
            <a:extLst>
              <a:ext uri="{FF2B5EF4-FFF2-40B4-BE49-F238E27FC236}">
                <a16:creationId xmlns:a16="http://schemas.microsoft.com/office/drawing/2014/main" id="{09769148-B847-949C-D6C8-B5F4C70E31A1}"/>
              </a:ext>
            </a:extLst>
          </p:cNvPr>
          <p:cNvSpPr txBox="1"/>
          <p:nvPr/>
        </p:nvSpPr>
        <p:spPr>
          <a:xfrm>
            <a:off x="789038" y="3501112"/>
            <a:ext cx="5306962" cy="2031325"/>
          </a:xfrm>
          <a:prstGeom prst="rect">
            <a:avLst/>
          </a:prstGeom>
          <a:noFill/>
        </p:spPr>
        <p:txBody>
          <a:bodyPr wrap="square" rtlCol="0">
            <a:spAutoFit/>
          </a:bodyPr>
          <a:lstStyle/>
          <a:p>
            <a:r>
              <a:rPr lang="en-US" b="1" dirty="0"/>
              <a:t>Simulation &amp; Modeling</a:t>
            </a:r>
          </a:p>
          <a:p>
            <a:pPr marL="285750" indent="-285750">
              <a:buFont typeface="Arial" panose="020B0604020202020204" pitchFamily="34" charset="0"/>
              <a:buChar char="•"/>
            </a:pPr>
            <a:r>
              <a:rPr lang="en-US" dirty="0"/>
              <a:t>Computer modeling of enzyme kinetics in dough systems</a:t>
            </a:r>
          </a:p>
          <a:p>
            <a:pPr marL="285750" indent="-285750">
              <a:buFont typeface="Arial" panose="020B0604020202020204" pitchFamily="34" charset="0"/>
              <a:buChar char="•"/>
            </a:pPr>
            <a:r>
              <a:rPr lang="en-US" dirty="0"/>
              <a:t>Optimization of production parameters via digital twins</a:t>
            </a:r>
          </a:p>
          <a:p>
            <a:pPr marL="285750" indent="-285750">
              <a:buFont typeface="Arial" panose="020B0604020202020204" pitchFamily="34" charset="0"/>
              <a:buChar char="•"/>
            </a:pPr>
            <a:r>
              <a:rPr lang="en-US" dirty="0"/>
              <a:t>Virtual testing of new formulations before scale-up</a:t>
            </a:r>
          </a:p>
          <a:p>
            <a:endParaRPr lang="en-IN" dirty="0"/>
          </a:p>
        </p:txBody>
      </p:sp>
      <p:sp>
        <p:nvSpPr>
          <p:cNvPr id="6" name="TextBox 5">
            <a:extLst>
              <a:ext uri="{FF2B5EF4-FFF2-40B4-BE49-F238E27FC236}">
                <a16:creationId xmlns:a16="http://schemas.microsoft.com/office/drawing/2014/main" id="{51FF84FE-98BB-7CBB-FB74-75967D866DBD}"/>
              </a:ext>
            </a:extLst>
          </p:cNvPr>
          <p:cNvSpPr txBox="1"/>
          <p:nvPr/>
        </p:nvSpPr>
        <p:spPr>
          <a:xfrm>
            <a:off x="7138218" y="3501111"/>
            <a:ext cx="5053782" cy="2031325"/>
          </a:xfrm>
          <a:prstGeom prst="rect">
            <a:avLst/>
          </a:prstGeom>
          <a:noFill/>
        </p:spPr>
        <p:txBody>
          <a:bodyPr wrap="square" rtlCol="0">
            <a:spAutoFit/>
          </a:bodyPr>
          <a:lstStyle/>
          <a:p>
            <a:r>
              <a:rPr lang="en-US" b="1" dirty="0"/>
              <a:t>Emerging Technologies</a:t>
            </a:r>
          </a:p>
          <a:p>
            <a:pPr marL="285750" indent="-285750">
              <a:buFont typeface="Arial" panose="020B0604020202020204" pitchFamily="34" charset="0"/>
              <a:buChar char="•"/>
            </a:pPr>
            <a:r>
              <a:rPr lang="en-US" dirty="0"/>
              <a:t>AI algorithms predict optimal enzyme activity conditions</a:t>
            </a:r>
          </a:p>
          <a:p>
            <a:pPr marL="285750" indent="-285750">
              <a:buFont typeface="Arial" panose="020B0604020202020204" pitchFamily="34" charset="0"/>
              <a:buChar char="•"/>
            </a:pPr>
            <a:r>
              <a:rPr lang="en-US" dirty="0"/>
              <a:t>IoT-connected equipment for centralized process control</a:t>
            </a:r>
          </a:p>
          <a:p>
            <a:pPr marL="285750" indent="-285750">
              <a:buFont typeface="Arial" panose="020B0604020202020204" pitchFamily="34" charset="0"/>
              <a:buChar char="•"/>
            </a:pPr>
            <a:r>
              <a:rPr lang="en-US" dirty="0"/>
              <a:t>Blockchain for ingredient traceability and quality assurance</a:t>
            </a:r>
          </a:p>
        </p:txBody>
      </p:sp>
      <p:pic>
        <p:nvPicPr>
          <p:cNvPr id="8" name="Graphic 7" descr="Robot with solid fill">
            <a:extLst>
              <a:ext uri="{FF2B5EF4-FFF2-40B4-BE49-F238E27FC236}">
                <a16:creationId xmlns:a16="http://schemas.microsoft.com/office/drawing/2014/main" id="{B538379F-1E91-0938-6D57-3092296129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5639" y="1325563"/>
            <a:ext cx="588755" cy="588755"/>
          </a:xfrm>
          <a:prstGeom prst="rect">
            <a:avLst/>
          </a:prstGeom>
        </p:spPr>
      </p:pic>
      <p:pic>
        <p:nvPicPr>
          <p:cNvPr id="10" name="Graphic 9" descr="Internet with solid fill">
            <a:extLst>
              <a:ext uri="{FF2B5EF4-FFF2-40B4-BE49-F238E27FC236}">
                <a16:creationId xmlns:a16="http://schemas.microsoft.com/office/drawing/2014/main" id="{2B4E4B48-ACA1-D76C-6243-B161BCCF7D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36802" y="1305949"/>
            <a:ext cx="662087" cy="662087"/>
          </a:xfrm>
          <a:prstGeom prst="rect">
            <a:avLst/>
          </a:prstGeom>
        </p:spPr>
      </p:pic>
      <p:pic>
        <p:nvPicPr>
          <p:cNvPr id="12" name="Graphic 11">
            <a:extLst>
              <a:ext uri="{FF2B5EF4-FFF2-40B4-BE49-F238E27FC236}">
                <a16:creationId xmlns:a16="http://schemas.microsoft.com/office/drawing/2014/main" id="{6F7D0466-CFCE-5724-3396-DC6F4FEFC75D}"/>
              </a:ext>
            </a:extLst>
          </p:cNvPr>
          <p:cNvPicPr>
            <a:picLocks noChangeAspect="1"/>
          </p:cNvPicPr>
          <p:nvPr/>
        </p:nvPicPr>
        <p:blipFill>
          <a:blip r:embed="rId6">
            <a:extLst>
              <a:ext uri="{96DAC541-7B7A-43D3-8B79-37D633B846F1}">
                <asvg:svgBlip xmlns:asvg="http://schemas.microsoft.com/office/drawing/2016/SVG/main" r:embed="rId7"/>
              </a:ext>
              <a:ext uri="{837473B0-CC2E-450A-ABE3-18F120FF3D39}">
                <a1611:picAttrSrcUrl xmlns:a1611="http://schemas.microsoft.com/office/drawing/2016/11/main" r:id="rId8"/>
              </a:ext>
            </a:extLst>
          </a:blip>
          <a:stretch>
            <a:fillRect/>
          </a:stretch>
        </p:blipFill>
        <p:spPr>
          <a:xfrm flipH="1">
            <a:off x="137946" y="3633887"/>
            <a:ext cx="651091" cy="442452"/>
          </a:xfrm>
          <a:prstGeom prst="rect">
            <a:avLst/>
          </a:prstGeom>
        </p:spPr>
      </p:pic>
      <p:pic>
        <p:nvPicPr>
          <p:cNvPr id="14" name="Graphic 13" descr="Head with gears with solid fill">
            <a:extLst>
              <a:ext uri="{FF2B5EF4-FFF2-40B4-BE49-F238E27FC236}">
                <a16:creationId xmlns:a16="http://schemas.microsoft.com/office/drawing/2014/main" id="{B7036108-F8C2-87FC-C6DF-EB102A48773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6130" y="3524069"/>
            <a:ext cx="662087" cy="662087"/>
          </a:xfrm>
          <a:prstGeom prst="rect">
            <a:avLst/>
          </a:prstGeom>
        </p:spPr>
      </p:pic>
      <p:sp>
        <p:nvSpPr>
          <p:cNvPr id="15" name="TextBox 14">
            <a:extLst>
              <a:ext uri="{FF2B5EF4-FFF2-40B4-BE49-F238E27FC236}">
                <a16:creationId xmlns:a16="http://schemas.microsoft.com/office/drawing/2014/main" id="{FFDA4A3A-274C-5D46-A4C5-C60ECACA83D2}"/>
              </a:ext>
            </a:extLst>
          </p:cNvPr>
          <p:cNvSpPr txBox="1"/>
          <p:nvPr/>
        </p:nvSpPr>
        <p:spPr>
          <a:xfrm>
            <a:off x="117987" y="5456903"/>
            <a:ext cx="12074013" cy="1477328"/>
          </a:xfrm>
          <a:prstGeom prst="rect">
            <a:avLst/>
          </a:prstGeom>
          <a:noFill/>
        </p:spPr>
        <p:txBody>
          <a:bodyPr wrap="square" rtlCol="0">
            <a:spAutoFit/>
          </a:bodyPr>
          <a:lstStyle/>
          <a:p>
            <a:r>
              <a:rPr lang="en-US" b="1" dirty="0"/>
              <a:t>Integration with Enzymatic Processes</a:t>
            </a:r>
          </a:p>
          <a:p>
            <a:r>
              <a:rPr lang="en-US" dirty="0"/>
              <a:t>Computer engineering technologies enable precise control of enzymatic reactions in food production, allowing manufacturers to optimize protease activity for ideal cookie texture while maintaining consistency across production batches and reducing waste.</a:t>
            </a:r>
          </a:p>
          <a:p>
            <a:endParaRPr lang="en-IN" dirty="0"/>
          </a:p>
        </p:txBody>
      </p:sp>
      <p:sp>
        <p:nvSpPr>
          <p:cNvPr id="16" name="Rectangle: Rounded Corners 15">
            <a:extLst>
              <a:ext uri="{FF2B5EF4-FFF2-40B4-BE49-F238E27FC236}">
                <a16:creationId xmlns:a16="http://schemas.microsoft.com/office/drawing/2014/main" id="{D845022B-74C0-DA3E-479C-F6C1849EE36B}"/>
              </a:ext>
            </a:extLst>
          </p:cNvPr>
          <p:cNvSpPr/>
          <p:nvPr/>
        </p:nvSpPr>
        <p:spPr>
          <a:xfrm>
            <a:off x="137946" y="5456903"/>
            <a:ext cx="11798415" cy="1150374"/>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62740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C8937-D37D-6A4F-71E4-6DFD0A4A205F}"/>
              </a:ext>
            </a:extLst>
          </p:cNvPr>
          <p:cNvSpPr>
            <a:spLocks noGrp="1"/>
          </p:cNvSpPr>
          <p:nvPr>
            <p:ph type="title"/>
          </p:nvPr>
        </p:nvSpPr>
        <p:spPr>
          <a:xfrm>
            <a:off x="838200" y="365126"/>
            <a:ext cx="10515600" cy="667262"/>
          </a:xfrm>
        </p:spPr>
        <p:txBody>
          <a:bodyPr>
            <a:normAutofit fontScale="90000"/>
          </a:bodyPr>
          <a:lstStyle/>
          <a:p>
            <a:r>
              <a:rPr lang="en-IN" dirty="0">
                <a:latin typeface="Broadway" panose="04040905080B02020502" pitchFamily="82" charset="0"/>
              </a:rPr>
              <a:t>BIBLIOGRAPHY</a:t>
            </a:r>
          </a:p>
        </p:txBody>
      </p:sp>
      <p:sp>
        <p:nvSpPr>
          <p:cNvPr id="3" name="Content Placeholder 2">
            <a:extLst>
              <a:ext uri="{FF2B5EF4-FFF2-40B4-BE49-F238E27FC236}">
                <a16:creationId xmlns:a16="http://schemas.microsoft.com/office/drawing/2014/main" id="{CBA5351D-581E-EF5A-7125-49242B8B74BD}"/>
              </a:ext>
            </a:extLst>
          </p:cNvPr>
          <p:cNvSpPr>
            <a:spLocks noGrp="1"/>
          </p:cNvSpPr>
          <p:nvPr>
            <p:ph idx="1"/>
          </p:nvPr>
        </p:nvSpPr>
        <p:spPr>
          <a:xfrm>
            <a:off x="838200" y="1120876"/>
            <a:ext cx="10515600" cy="5496233"/>
          </a:xfrm>
        </p:spPr>
        <p:txBody>
          <a:bodyPr>
            <a:normAutofit fontScale="55000" lnSpcReduction="20000"/>
          </a:bodyPr>
          <a:lstStyle/>
          <a:p>
            <a:r>
              <a:rPr lang="en-IN" u="sng" dirty="0">
                <a:hlinkClick r:id="rId2">
                  <a:extLst>
                    <a:ext uri="{A12FA001-AC4F-418D-AE19-62706E023703}">
                      <ahyp:hlinkClr xmlns:ahyp="http://schemas.microsoft.com/office/drawing/2018/hyperlinkcolor" val="tx"/>
                    </a:ext>
                  </a:extLst>
                </a:hlinkClick>
              </a:rPr>
              <a:t>https://www.google.com/url?sa=i&amp;url=https%3A%2F%2Fwww.culinaryhill.com%2Fsoft-chocolate-chip-cookies%2F&amp;psig=AOvVaw0MnbNMx9pfcr1E8rJCTXP5&amp;ust=1757334270530000&amp;source=images&amp;cd=vfe&amp;opi=89978449&amp;ved=0CBUQjRxqFwoTCOiEt9PSxo8DFQAAAAAdAAAAABAE</a:t>
            </a:r>
            <a:endParaRPr lang="en-IN" dirty="0"/>
          </a:p>
          <a:p>
            <a:pPr marL="0" indent="0">
              <a:buNone/>
            </a:pPr>
            <a:r>
              <a:rPr lang="en-IN" dirty="0"/>
              <a:t> </a:t>
            </a:r>
          </a:p>
          <a:p>
            <a:r>
              <a:rPr lang="en-IN" u="sng" dirty="0">
                <a:hlinkClick r:id="rId3">
                  <a:extLst>
                    <a:ext uri="{A12FA001-AC4F-418D-AE19-62706E023703}">
                      <ahyp:hlinkClr xmlns:ahyp="http://schemas.microsoft.com/office/drawing/2018/hyperlinkcolor" val="tx"/>
                    </a:ext>
                  </a:extLst>
                </a:hlinkClick>
              </a:rPr>
              <a:t>https://www.google.com/</a:t>
            </a:r>
            <a:r>
              <a:rPr lang="en-IN" u="sng" dirty="0" err="1">
                <a:hlinkClick r:id="rId3">
                  <a:extLst>
                    <a:ext uri="{A12FA001-AC4F-418D-AE19-62706E023703}">
                      <ahyp:hlinkClr xmlns:ahyp="http://schemas.microsoft.com/office/drawing/2018/hyperlinkcolor" val="tx"/>
                    </a:ext>
                  </a:extLst>
                </a:hlinkClick>
              </a:rPr>
              <a:t>imgres?q</a:t>
            </a:r>
            <a:r>
              <a:rPr lang="en-IN" u="sng" dirty="0">
                <a:hlinkClick r:id="rId3">
                  <a:extLst>
                    <a:ext uri="{A12FA001-AC4F-418D-AE19-62706E023703}">
                      <ahyp:hlinkClr xmlns:ahyp="http://schemas.microsoft.com/office/drawing/2018/hyperlinkcolor" val="tx"/>
                    </a:ext>
                  </a:extLst>
                </a:hlinkClick>
              </a:rPr>
              <a:t>=what%20are%20soft%20cookies&amp;imgurl=https%3A%2F%2Fsallysbakingaddiction.com%2Fwp-content%2Fuploads%2F2012%2F08%2Fwarm-chocolate-chip-cookies.jpg&amp;imgrefurl=https%3A%2F%2Fsallysbakingaddiction.com%2Fchocolate-chip-cookies%2F&amp;docid=F4EDCIc0nlgM5M&amp;tbnid=H_P7timLlyxb4M&amp;vet=12ahUKEwjyuqe40saPAxXE2TgGHXgDBGAQM3oECCcQAA..i&amp;w=1200&amp;h=1800&amp;hcb=2&amp;ved=2ahUKEwjyuqe40saPAxXE2TgGHXgDBGAQM3oECCcQAA</a:t>
            </a:r>
            <a:r>
              <a:rPr lang="en-IN" dirty="0"/>
              <a:t> </a:t>
            </a:r>
          </a:p>
          <a:p>
            <a:endParaRPr lang="en-IN" dirty="0"/>
          </a:p>
          <a:p>
            <a:r>
              <a:rPr lang="en-IN" u="sng" dirty="0">
                <a:hlinkClick r:id="rId4">
                  <a:extLst>
                    <a:ext uri="{A12FA001-AC4F-418D-AE19-62706E023703}">
                      <ahyp:hlinkClr xmlns:ahyp="http://schemas.microsoft.com/office/drawing/2018/hyperlinkcolor" val="tx"/>
                    </a:ext>
                  </a:extLst>
                </a:hlinkClick>
              </a:rPr>
              <a:t>https://www.google.com/</a:t>
            </a:r>
            <a:r>
              <a:rPr lang="en-IN" u="sng" dirty="0" err="1">
                <a:hlinkClick r:id="rId4">
                  <a:extLst>
                    <a:ext uri="{A12FA001-AC4F-418D-AE19-62706E023703}">
                      <ahyp:hlinkClr xmlns:ahyp="http://schemas.microsoft.com/office/drawing/2018/hyperlinkcolor" val="tx"/>
                    </a:ext>
                  </a:extLst>
                </a:hlinkClick>
              </a:rPr>
              <a:t>imgres?q</a:t>
            </a:r>
            <a:r>
              <a:rPr lang="en-IN" u="sng" dirty="0">
                <a:hlinkClick r:id="rId4">
                  <a:extLst>
                    <a:ext uri="{A12FA001-AC4F-418D-AE19-62706E023703}">
                      <ahyp:hlinkClr xmlns:ahyp="http://schemas.microsoft.com/office/drawing/2018/hyperlinkcolor" val="tx"/>
                    </a:ext>
                  </a:extLst>
                </a:hlinkClick>
              </a:rPr>
              <a:t>=Soft%20cookies%20industry%20production&amp;imgurl=https%3A%2F%2Fwww.biscuitmachinery.com%2Fwp-content%2Fuploads%2F2022%2F06%2Fyooopaaa_29357_Chocolate_chip_cookie_production_line_f9ce2176-96ca-4191-8e64-40f5b858ec27.png&amp;imgrefurl=https%3A%2F%2Fwww.biscuitmachinery.com%2F2333&amp;docid=</a:t>
            </a:r>
            <a:r>
              <a:rPr lang="en-IN" u="sng" dirty="0" err="1">
                <a:hlinkClick r:id="rId4">
                  <a:extLst>
                    <a:ext uri="{A12FA001-AC4F-418D-AE19-62706E023703}">
                      <ahyp:hlinkClr xmlns:ahyp="http://schemas.microsoft.com/office/drawing/2018/hyperlinkcolor" val="tx"/>
                    </a:ext>
                  </a:extLst>
                </a:hlinkClick>
              </a:rPr>
              <a:t>udUhysNFdesvsM&amp;tbnid</a:t>
            </a:r>
            <a:r>
              <a:rPr lang="en-IN" u="sng" dirty="0">
                <a:hlinkClick r:id="rId4">
                  <a:extLst>
                    <a:ext uri="{A12FA001-AC4F-418D-AE19-62706E023703}">
                      <ahyp:hlinkClr xmlns:ahyp="http://schemas.microsoft.com/office/drawing/2018/hyperlinkcolor" val="tx"/>
                    </a:ext>
                  </a:extLst>
                </a:hlinkClick>
              </a:rPr>
              <a:t>=P9uSPJEiNIQJQM&amp;vet=12ahUKEwi4nKyI08aPAxVe1jgGHUsFHv0QM3oECBkQAA..i&amp;w=1024&amp;h=1024&amp;hcb=2&amp;ved=2ahUKEwi4nKyI08aPAxVe1jgGHUsFHv0QM3oECBkQAA</a:t>
            </a:r>
            <a:r>
              <a:rPr lang="en-IN" dirty="0"/>
              <a:t> </a:t>
            </a:r>
          </a:p>
          <a:p>
            <a:endParaRPr lang="en-IN" dirty="0"/>
          </a:p>
          <a:p>
            <a:r>
              <a:rPr lang="en-IN" u="sng" dirty="0">
                <a:hlinkClick r:id="rId5">
                  <a:extLst>
                    <a:ext uri="{A12FA001-AC4F-418D-AE19-62706E023703}">
                      <ahyp:hlinkClr xmlns:ahyp="http://schemas.microsoft.com/office/drawing/2018/hyperlinkcolor" val="tx"/>
                    </a:ext>
                  </a:extLst>
                </a:hlinkClick>
              </a:rPr>
              <a:t>https://www.google.com/url?sa=i&amp;url=https%3A%2F%2Fwww.biscuitmachinery.com%2F2365&amp;psig=AOvVaw22I3wmZL7dPrF4SLlZNs-9&amp;ust=1757334438620000&amp;source=images&amp;cd=vfe&amp;opi=89978449&amp;ved=0CBUQjRxqFwoTCOi9qs7Txo8DFQAAAAAdAAAAABAE</a:t>
            </a:r>
            <a:endParaRPr lang="en-IN" u="sng" dirty="0"/>
          </a:p>
          <a:p>
            <a:endParaRPr lang="en-IN" dirty="0"/>
          </a:p>
          <a:p>
            <a:r>
              <a:rPr lang="en-IN" u="sng" dirty="0">
                <a:hlinkClick r:id="rId6">
                  <a:extLst>
                    <a:ext uri="{A12FA001-AC4F-418D-AE19-62706E023703}">
                      <ahyp:hlinkClr xmlns:ahyp="http://schemas.microsoft.com/office/drawing/2018/hyperlinkcolor" val="tx"/>
                    </a:ext>
                  </a:extLst>
                </a:hlinkClick>
              </a:rPr>
              <a:t>https://www.biolaxienzymes.com/how-amylases-and-proteases-enhance-flour-performance-in-baking/#:~:text=The%20Role%20of%20Proteases,minimal%20gluten%20development%20is%20preferred</a:t>
            </a:r>
            <a:r>
              <a:rPr lang="en-IN" dirty="0"/>
              <a:t>.</a:t>
            </a:r>
          </a:p>
          <a:p>
            <a:r>
              <a:rPr lang="en-IN" u="sng" dirty="0">
                <a:hlinkClick r:id="rId7">
                  <a:extLst>
                    <a:ext uri="{A12FA001-AC4F-418D-AE19-62706E023703}">
                      <ahyp:hlinkClr xmlns:ahyp="http://schemas.microsoft.com/office/drawing/2018/hyperlinkcolor" val="tx"/>
                    </a:ext>
                  </a:extLst>
                </a:hlinkClick>
              </a:rPr>
              <a:t>https://www.sciencedirect.com/science/article/abs/pii/S0963996904002388#:~:text=Some%20cookie%20producers%20use%20chemical,Wakeren%20&amp;%20Popper%2C%202004</a:t>
            </a:r>
            <a:r>
              <a:rPr lang="en-IN" dirty="0"/>
              <a:t>).</a:t>
            </a:r>
          </a:p>
          <a:p>
            <a:endParaRPr lang="en-IN" dirty="0"/>
          </a:p>
        </p:txBody>
      </p:sp>
    </p:spTree>
    <p:extLst>
      <p:ext uri="{BB962C8B-B14F-4D97-AF65-F5344CB8AC3E}">
        <p14:creationId xmlns:p14="http://schemas.microsoft.com/office/powerpoint/2010/main" val="310524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995B2-F0FF-4C69-D2A2-16C11D16E582}"/>
              </a:ext>
            </a:extLst>
          </p:cNvPr>
          <p:cNvSpPr>
            <a:spLocks noGrp="1"/>
          </p:cNvSpPr>
          <p:nvPr>
            <p:ph type="title"/>
          </p:nvPr>
        </p:nvSpPr>
        <p:spPr>
          <a:xfrm>
            <a:off x="838200" y="2766218"/>
            <a:ext cx="10515600" cy="1325563"/>
          </a:xfrm>
        </p:spPr>
        <p:txBody>
          <a:bodyPr>
            <a:normAutofit/>
          </a:bodyPr>
          <a:lstStyle/>
          <a:p>
            <a:pPr algn="ctr"/>
            <a:r>
              <a:rPr lang="en-IN" sz="6000" dirty="0">
                <a:latin typeface="Broadway" panose="04040905080B02020502" pitchFamily="82" charset="0"/>
              </a:rPr>
              <a:t>THANKYOU</a:t>
            </a:r>
          </a:p>
        </p:txBody>
      </p:sp>
    </p:spTree>
    <p:extLst>
      <p:ext uri="{BB962C8B-B14F-4D97-AF65-F5344CB8AC3E}">
        <p14:creationId xmlns:p14="http://schemas.microsoft.com/office/powerpoint/2010/main" val="2936242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542</TotalTime>
  <Words>1166</Words>
  <Application>Microsoft Office PowerPoint</Application>
  <PresentationFormat>Widescreen</PresentationFormat>
  <Paragraphs>78</Paragraphs>
  <Slides>10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NanumGothicExtraBold</vt:lpstr>
      <vt:lpstr>Arial</vt:lpstr>
      <vt:lpstr>Arial Black</vt:lpstr>
      <vt:lpstr>Arial Narrow</vt:lpstr>
      <vt:lpstr>Bahnschrift Condensed</vt:lpstr>
      <vt:lpstr>Broadway</vt:lpstr>
      <vt:lpstr>Calibri</vt:lpstr>
      <vt:lpstr>Calibri Light</vt:lpstr>
      <vt:lpstr>Office Theme</vt:lpstr>
      <vt:lpstr>PowerPoint Presentation</vt:lpstr>
      <vt:lpstr>Enzymatic Processes  in Industrial Production  &amp; its application</vt:lpstr>
      <vt:lpstr>PROTEASES IN BAKING: SOFT COOKIES</vt:lpstr>
      <vt:lpstr>SOFT COOKIES: PICTURE GALLERY         WARNING: CAN CAUSE EXTREME CRAVINGS</vt:lpstr>
      <vt:lpstr>ROLE OF PROTEASES</vt:lpstr>
      <vt:lpstr>PROCESS OF MAKING COOKIES WITH PROTEASES AND REQUIRED CONDITIONS</vt:lpstr>
      <vt:lpstr>INDUSTRIAL APPLICATION</vt:lpstr>
      <vt:lpstr>COMPUTER ENGINEERING IN FOOD INDUSTRY</vt:lpstr>
      <vt:lpstr>BIBLIOGRAPHY</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Kanishka Thakur</dc:creator>
  <cp:lastModifiedBy>Kanishka Thakur</cp:lastModifiedBy>
  <cp:revision>2</cp:revision>
  <dcterms:created xsi:type="dcterms:W3CDTF">2025-09-07T08:16:46Z</dcterms:created>
  <dcterms:modified xsi:type="dcterms:W3CDTF">2025-09-15T12:27:46Z</dcterms:modified>
</cp:coreProperties>
</file>