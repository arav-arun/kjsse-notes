
<file path=[Content_Types].xml><?xml version="1.0" encoding="utf-8"?>
<Types xmlns="http://schemas.openxmlformats.org/package/2006/content-types">
  <Default Extension="1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02FDD2-F077-4983-99D3-05EDC3F7F4E3}" v="36" dt="2025-09-10T18:16:07.6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1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gasimha Swamy" userId="ee958c82dc1401f0" providerId="LiveId" clId="{627641AC-B2F2-44DC-A549-B3F81309B815}"/>
    <pc:docChg chg="custSel addSld delSld modSld sldOrd">
      <pc:chgData name="Nagasimha Swamy" userId="ee958c82dc1401f0" providerId="LiveId" clId="{627641AC-B2F2-44DC-A549-B3F81309B815}" dt="2025-09-10T18:19:08.388" v="3441" actId="1076"/>
      <pc:docMkLst>
        <pc:docMk/>
      </pc:docMkLst>
      <pc:sldChg chg="modSp mod">
        <pc:chgData name="Nagasimha Swamy" userId="ee958c82dc1401f0" providerId="LiveId" clId="{627641AC-B2F2-44DC-A549-B3F81309B815}" dt="2025-09-10T18:16:07.659" v="3411"/>
        <pc:sldMkLst>
          <pc:docMk/>
          <pc:sldMk cId="1999105298" sldId="256"/>
        </pc:sldMkLst>
        <pc:spChg chg="mod">
          <ac:chgData name="Nagasimha Swamy" userId="ee958c82dc1401f0" providerId="LiveId" clId="{627641AC-B2F2-44DC-A549-B3F81309B815}" dt="2025-09-10T18:16:07.659" v="3411"/>
          <ac:spMkLst>
            <pc:docMk/>
            <pc:sldMk cId="1999105298" sldId="256"/>
            <ac:spMk id="2" creationId="{6BDB92F5-A31C-D0F5-B27D-CEC9F818E348}"/>
          </ac:spMkLst>
        </pc:spChg>
        <pc:spChg chg="mod">
          <ac:chgData name="Nagasimha Swamy" userId="ee958c82dc1401f0" providerId="LiveId" clId="{627641AC-B2F2-44DC-A549-B3F81309B815}" dt="2025-09-10T18:16:07.659" v="3411"/>
          <ac:spMkLst>
            <pc:docMk/>
            <pc:sldMk cId="1999105298" sldId="256"/>
            <ac:spMk id="3" creationId="{5597B670-42B3-7B14-F817-7D1CA81A2402}"/>
          </ac:spMkLst>
        </pc:spChg>
      </pc:sldChg>
      <pc:sldChg chg="modSp mod">
        <pc:chgData name="Nagasimha Swamy" userId="ee958c82dc1401f0" providerId="LiveId" clId="{627641AC-B2F2-44DC-A549-B3F81309B815}" dt="2025-09-10T18:17:08.618" v="3417" actId="1076"/>
        <pc:sldMkLst>
          <pc:docMk/>
          <pc:sldMk cId="3739876809" sldId="257"/>
        </pc:sldMkLst>
        <pc:spChg chg="mod">
          <ac:chgData name="Nagasimha Swamy" userId="ee958c82dc1401f0" providerId="LiveId" clId="{627641AC-B2F2-44DC-A549-B3F81309B815}" dt="2025-09-10T18:16:07.659" v="3411"/>
          <ac:spMkLst>
            <pc:docMk/>
            <pc:sldMk cId="3739876809" sldId="257"/>
            <ac:spMk id="2" creationId="{EDFC8958-24C0-0C1C-B855-8A9A4451C34F}"/>
          </ac:spMkLst>
        </pc:spChg>
        <pc:spChg chg="mod">
          <ac:chgData name="Nagasimha Swamy" userId="ee958c82dc1401f0" providerId="LiveId" clId="{627641AC-B2F2-44DC-A549-B3F81309B815}" dt="2025-09-10T18:16:24.179" v="3413" actId="14100"/>
          <ac:spMkLst>
            <pc:docMk/>
            <pc:sldMk cId="3739876809" sldId="257"/>
            <ac:spMk id="3" creationId="{4CDE14A5-1F03-BF33-D9E3-05AB1F6FEA61}"/>
          </ac:spMkLst>
        </pc:spChg>
        <pc:spChg chg="mod">
          <ac:chgData name="Nagasimha Swamy" userId="ee958c82dc1401f0" providerId="LiveId" clId="{627641AC-B2F2-44DC-A549-B3F81309B815}" dt="2025-09-10T18:17:06.266" v="3416" actId="1076"/>
          <ac:spMkLst>
            <pc:docMk/>
            <pc:sldMk cId="3739876809" sldId="257"/>
            <ac:spMk id="6" creationId="{66CA77B3-6138-592E-D715-552981732BB8}"/>
          </ac:spMkLst>
        </pc:spChg>
        <pc:picChg chg="mod">
          <ac:chgData name="Nagasimha Swamy" userId="ee958c82dc1401f0" providerId="LiveId" clId="{627641AC-B2F2-44DC-A549-B3F81309B815}" dt="2025-09-10T18:17:08.618" v="3417" actId="1076"/>
          <ac:picMkLst>
            <pc:docMk/>
            <pc:sldMk cId="3739876809" sldId="257"/>
            <ac:picMk id="5" creationId="{0D106FC2-9370-40B8-7572-4204693AA661}"/>
          </ac:picMkLst>
        </pc:picChg>
      </pc:sldChg>
      <pc:sldChg chg="addSp modSp mod ord">
        <pc:chgData name="Nagasimha Swamy" userId="ee958c82dc1401f0" providerId="LiveId" clId="{627641AC-B2F2-44DC-A549-B3F81309B815}" dt="2025-09-10T18:18:32.419" v="3435" actId="1076"/>
        <pc:sldMkLst>
          <pc:docMk/>
          <pc:sldMk cId="1138198231" sldId="258"/>
        </pc:sldMkLst>
        <pc:spChg chg="mod">
          <ac:chgData name="Nagasimha Swamy" userId="ee958c82dc1401f0" providerId="LiveId" clId="{627641AC-B2F2-44DC-A549-B3F81309B815}" dt="2025-09-10T14:47:33.552" v="550" actId="1076"/>
          <ac:spMkLst>
            <pc:docMk/>
            <pc:sldMk cId="1138198231" sldId="258"/>
            <ac:spMk id="2" creationId="{53AE6B53-92EA-0982-5CF9-FE9E91BFE253}"/>
          </ac:spMkLst>
        </pc:spChg>
        <pc:spChg chg="mod">
          <ac:chgData name="Nagasimha Swamy" userId="ee958c82dc1401f0" providerId="LiveId" clId="{627641AC-B2F2-44DC-A549-B3F81309B815}" dt="2025-09-10T18:17:59.322" v="3428" actId="1076"/>
          <ac:spMkLst>
            <pc:docMk/>
            <pc:sldMk cId="1138198231" sldId="258"/>
            <ac:spMk id="3" creationId="{07386375-D0CC-B3E3-E654-B67A3992ACF7}"/>
          </ac:spMkLst>
        </pc:spChg>
        <pc:spChg chg="add mod">
          <ac:chgData name="Nagasimha Swamy" userId="ee958c82dc1401f0" providerId="LiveId" clId="{627641AC-B2F2-44DC-A549-B3F81309B815}" dt="2025-09-10T18:18:32.419" v="3435" actId="1076"/>
          <ac:spMkLst>
            <pc:docMk/>
            <pc:sldMk cId="1138198231" sldId="258"/>
            <ac:spMk id="6" creationId="{E2A6A912-481E-7A1B-A2AC-2B780242B609}"/>
          </ac:spMkLst>
        </pc:spChg>
        <pc:spChg chg="add mod">
          <ac:chgData name="Nagasimha Swamy" userId="ee958c82dc1401f0" providerId="LiveId" clId="{627641AC-B2F2-44DC-A549-B3F81309B815}" dt="2025-09-10T18:18:16.779" v="3431" actId="1076"/>
          <ac:spMkLst>
            <pc:docMk/>
            <pc:sldMk cId="1138198231" sldId="258"/>
            <ac:spMk id="9" creationId="{EDE792C2-4E43-4382-841E-E1730D687C83}"/>
          </ac:spMkLst>
        </pc:spChg>
        <pc:picChg chg="add mod">
          <ac:chgData name="Nagasimha Swamy" userId="ee958c82dc1401f0" providerId="LiveId" clId="{627641AC-B2F2-44DC-A549-B3F81309B815}" dt="2025-09-10T18:18:04.048" v="3429" actId="14100"/>
          <ac:picMkLst>
            <pc:docMk/>
            <pc:sldMk cId="1138198231" sldId="258"/>
            <ac:picMk id="5" creationId="{14EA0266-605E-D931-14CD-7B33B4786529}"/>
          </ac:picMkLst>
        </pc:picChg>
        <pc:picChg chg="add mod">
          <ac:chgData name="Nagasimha Swamy" userId="ee958c82dc1401f0" providerId="LiveId" clId="{627641AC-B2F2-44DC-A549-B3F81309B815}" dt="2025-09-10T18:18:27.325" v="3434" actId="1076"/>
          <ac:picMkLst>
            <pc:docMk/>
            <pc:sldMk cId="1138198231" sldId="258"/>
            <ac:picMk id="8" creationId="{604B0AC6-D5D0-F0B9-0421-CDE8D202A2D8}"/>
          </ac:picMkLst>
        </pc:picChg>
        <pc:picChg chg="add mod">
          <ac:chgData name="Nagasimha Swamy" userId="ee958c82dc1401f0" providerId="LiveId" clId="{627641AC-B2F2-44DC-A549-B3F81309B815}" dt="2025-09-10T18:18:09.143" v="3430" actId="1076"/>
          <ac:picMkLst>
            <pc:docMk/>
            <pc:sldMk cId="1138198231" sldId="258"/>
            <ac:picMk id="11" creationId="{2799893D-6130-A186-08C1-6C8F2A5BE233}"/>
          </ac:picMkLst>
        </pc:picChg>
      </pc:sldChg>
      <pc:sldChg chg="addSp modSp new mod">
        <pc:chgData name="Nagasimha Swamy" userId="ee958c82dc1401f0" providerId="LiveId" clId="{627641AC-B2F2-44DC-A549-B3F81309B815}" dt="2025-09-10T18:16:07.779" v="3412" actId="27636"/>
        <pc:sldMkLst>
          <pc:docMk/>
          <pc:sldMk cId="736715717" sldId="259"/>
        </pc:sldMkLst>
        <pc:spChg chg="mod">
          <ac:chgData name="Nagasimha Swamy" userId="ee958c82dc1401f0" providerId="LiveId" clId="{627641AC-B2F2-44DC-A549-B3F81309B815}" dt="2025-09-10T17:35:15.506" v="1862" actId="1076"/>
          <ac:spMkLst>
            <pc:docMk/>
            <pc:sldMk cId="736715717" sldId="259"/>
            <ac:spMk id="2" creationId="{5C1F2426-EA95-C301-9D87-CC351A3040F7}"/>
          </ac:spMkLst>
        </pc:spChg>
        <pc:spChg chg="mod">
          <ac:chgData name="Nagasimha Swamy" userId="ee958c82dc1401f0" providerId="LiveId" clId="{627641AC-B2F2-44DC-A549-B3F81309B815}" dt="2025-09-10T18:16:07.779" v="3412" actId="27636"/>
          <ac:spMkLst>
            <pc:docMk/>
            <pc:sldMk cId="736715717" sldId="259"/>
            <ac:spMk id="3" creationId="{6951DED5-41D3-9C67-EEEA-E3AB0D37AED0}"/>
          </ac:spMkLst>
        </pc:spChg>
        <pc:spChg chg="add">
          <ac:chgData name="Nagasimha Swamy" userId="ee958c82dc1401f0" providerId="LiveId" clId="{627641AC-B2F2-44DC-A549-B3F81309B815}" dt="2025-09-10T17:15:24.984" v="829"/>
          <ac:spMkLst>
            <pc:docMk/>
            <pc:sldMk cId="736715717" sldId="259"/>
            <ac:spMk id="4" creationId="{F515BA90-8094-9E4A-795B-226D37937EB2}"/>
          </ac:spMkLst>
        </pc:spChg>
        <pc:spChg chg="add">
          <ac:chgData name="Nagasimha Swamy" userId="ee958c82dc1401f0" providerId="LiveId" clId="{627641AC-B2F2-44DC-A549-B3F81309B815}" dt="2025-09-10T17:15:34.041" v="832"/>
          <ac:spMkLst>
            <pc:docMk/>
            <pc:sldMk cId="736715717" sldId="259"/>
            <ac:spMk id="5" creationId="{5B345273-96CA-A286-067D-EF20BAC4BC6E}"/>
          </ac:spMkLst>
        </pc:spChg>
        <pc:spChg chg="add mod">
          <ac:chgData name="Nagasimha Swamy" userId="ee958c82dc1401f0" providerId="LiveId" clId="{627641AC-B2F2-44DC-A549-B3F81309B815}" dt="2025-09-10T17:36:03.847" v="1885" actId="1076"/>
          <ac:spMkLst>
            <pc:docMk/>
            <pc:sldMk cId="736715717" sldId="259"/>
            <ac:spMk id="8" creationId="{54FB360D-3041-7C0F-09D3-33D59EAC2D7D}"/>
          </ac:spMkLst>
        </pc:spChg>
        <pc:picChg chg="add mod">
          <ac:chgData name="Nagasimha Swamy" userId="ee958c82dc1401f0" providerId="LiveId" clId="{627641AC-B2F2-44DC-A549-B3F81309B815}" dt="2025-09-10T17:36:01.246" v="1884" actId="14100"/>
          <ac:picMkLst>
            <pc:docMk/>
            <pc:sldMk cId="736715717" sldId="259"/>
            <ac:picMk id="7" creationId="{9356A5CA-62B2-B7E1-C756-AA6E74EF654D}"/>
          </ac:picMkLst>
        </pc:picChg>
      </pc:sldChg>
      <pc:sldChg chg="addSp modSp new mod">
        <pc:chgData name="Nagasimha Swamy" userId="ee958c82dc1401f0" providerId="LiveId" clId="{627641AC-B2F2-44DC-A549-B3F81309B815}" dt="2025-09-10T18:18:48.883" v="3439" actId="14100"/>
        <pc:sldMkLst>
          <pc:docMk/>
          <pc:sldMk cId="1110814417" sldId="260"/>
        </pc:sldMkLst>
        <pc:spChg chg="mod">
          <ac:chgData name="Nagasimha Swamy" userId="ee958c82dc1401f0" providerId="LiveId" clId="{627641AC-B2F2-44DC-A549-B3F81309B815}" dt="2025-09-10T18:16:07.659" v="3411"/>
          <ac:spMkLst>
            <pc:docMk/>
            <pc:sldMk cId="1110814417" sldId="260"/>
            <ac:spMk id="2" creationId="{A788E8DA-A2DE-F5C3-0491-D9A7D0DEF79B}"/>
          </ac:spMkLst>
        </pc:spChg>
        <pc:spChg chg="mod">
          <ac:chgData name="Nagasimha Swamy" userId="ee958c82dc1401f0" providerId="LiveId" clId="{627641AC-B2F2-44DC-A549-B3F81309B815}" dt="2025-09-10T18:18:48.883" v="3439" actId="14100"/>
          <ac:spMkLst>
            <pc:docMk/>
            <pc:sldMk cId="1110814417" sldId="260"/>
            <ac:spMk id="3" creationId="{7A646C12-A323-3CFE-4EF0-263747DF04AA}"/>
          </ac:spMkLst>
        </pc:spChg>
        <pc:picChg chg="add mod">
          <ac:chgData name="Nagasimha Swamy" userId="ee958c82dc1401f0" providerId="LiveId" clId="{627641AC-B2F2-44DC-A549-B3F81309B815}" dt="2025-09-10T18:18:44.189" v="3437" actId="1076"/>
          <ac:picMkLst>
            <pc:docMk/>
            <pc:sldMk cId="1110814417" sldId="260"/>
            <ac:picMk id="5" creationId="{BD24D330-5109-988F-3002-B7196530BD10}"/>
          </ac:picMkLst>
        </pc:picChg>
        <pc:picChg chg="add mod">
          <ac:chgData name="Nagasimha Swamy" userId="ee958c82dc1401f0" providerId="LiveId" clId="{627641AC-B2F2-44DC-A549-B3F81309B815}" dt="2025-09-10T18:18:42.199" v="3436" actId="1076"/>
          <ac:picMkLst>
            <pc:docMk/>
            <pc:sldMk cId="1110814417" sldId="260"/>
            <ac:picMk id="7" creationId="{9099E64E-9CB1-C9B9-D531-698A8A97F5F9}"/>
          </ac:picMkLst>
        </pc:picChg>
      </pc:sldChg>
      <pc:sldChg chg="addSp delSp modSp new mod">
        <pc:chgData name="Nagasimha Swamy" userId="ee958c82dc1401f0" providerId="LiveId" clId="{627641AC-B2F2-44DC-A549-B3F81309B815}" dt="2025-09-10T18:19:08.388" v="3441" actId="1076"/>
        <pc:sldMkLst>
          <pc:docMk/>
          <pc:sldMk cId="4271523799" sldId="261"/>
        </pc:sldMkLst>
        <pc:spChg chg="mod">
          <ac:chgData name="Nagasimha Swamy" userId="ee958c82dc1401f0" providerId="LiveId" clId="{627641AC-B2F2-44DC-A549-B3F81309B815}" dt="2025-09-10T18:15:21.495" v="3403" actId="1076"/>
          <ac:spMkLst>
            <pc:docMk/>
            <pc:sldMk cId="4271523799" sldId="261"/>
            <ac:spMk id="2" creationId="{0EDF0759-3F7A-4E1C-D8ED-1A413F765BA6}"/>
          </ac:spMkLst>
        </pc:spChg>
        <pc:spChg chg="add del mod">
          <ac:chgData name="Nagasimha Swamy" userId="ee958c82dc1401f0" providerId="LiveId" clId="{627641AC-B2F2-44DC-A549-B3F81309B815}" dt="2025-09-10T18:15:43.261" v="3407" actId="27636"/>
          <ac:spMkLst>
            <pc:docMk/>
            <pc:sldMk cId="4271523799" sldId="261"/>
            <ac:spMk id="3" creationId="{41E67A15-9FF7-140B-7FF0-343D079AC309}"/>
          </ac:spMkLst>
        </pc:spChg>
        <pc:spChg chg="add del mod">
          <ac:chgData name="Nagasimha Swamy" userId="ee958c82dc1401f0" providerId="LiveId" clId="{627641AC-B2F2-44DC-A549-B3F81309B815}" dt="2025-09-10T17:44:02.263" v="1985" actId="478"/>
          <ac:spMkLst>
            <pc:docMk/>
            <pc:sldMk cId="4271523799" sldId="261"/>
            <ac:spMk id="6" creationId="{1A81CDBB-F104-2528-15B2-DFC23BEB49C9}"/>
          </ac:spMkLst>
        </pc:spChg>
        <pc:spChg chg="add del">
          <ac:chgData name="Nagasimha Swamy" userId="ee958c82dc1401f0" providerId="LiveId" clId="{627641AC-B2F2-44DC-A549-B3F81309B815}" dt="2025-09-10T17:45:54.307" v="2049" actId="21"/>
          <ac:spMkLst>
            <pc:docMk/>
            <pc:sldMk cId="4271523799" sldId="261"/>
            <ac:spMk id="7" creationId="{04CBF443-0DAA-852C-8A87-1D468A1B6205}"/>
          </ac:spMkLst>
        </pc:spChg>
        <pc:spChg chg="add mod">
          <ac:chgData name="Nagasimha Swamy" userId="ee958c82dc1401f0" providerId="LiveId" clId="{627641AC-B2F2-44DC-A549-B3F81309B815}" dt="2025-09-10T17:45:52.424" v="2048" actId="21"/>
          <ac:spMkLst>
            <pc:docMk/>
            <pc:sldMk cId="4271523799" sldId="261"/>
            <ac:spMk id="8" creationId="{07F9C900-7A4B-3888-3A9E-9FB9EA5EBA61}"/>
          </ac:spMkLst>
        </pc:spChg>
        <pc:spChg chg="add mod">
          <ac:chgData name="Nagasimha Swamy" userId="ee958c82dc1401f0" providerId="LiveId" clId="{627641AC-B2F2-44DC-A549-B3F81309B815}" dt="2025-09-10T17:46:04.151" v="2052"/>
          <ac:spMkLst>
            <pc:docMk/>
            <pc:sldMk cId="4271523799" sldId="261"/>
            <ac:spMk id="9" creationId="{41E67A15-9FF7-140B-7FF0-343D079AC309}"/>
          </ac:spMkLst>
        </pc:spChg>
        <pc:spChg chg="add mod">
          <ac:chgData name="Nagasimha Swamy" userId="ee958c82dc1401f0" providerId="LiveId" clId="{627641AC-B2F2-44DC-A549-B3F81309B815}" dt="2025-09-10T17:45:57.887" v="2051"/>
          <ac:spMkLst>
            <pc:docMk/>
            <pc:sldMk cId="4271523799" sldId="261"/>
            <ac:spMk id="10" creationId="{04CBF443-0DAA-852C-8A87-1D468A1B6205}"/>
          </ac:spMkLst>
        </pc:spChg>
        <pc:spChg chg="add del mod">
          <ac:chgData name="Nagasimha Swamy" userId="ee958c82dc1401f0" providerId="LiveId" clId="{627641AC-B2F2-44DC-A549-B3F81309B815}" dt="2025-09-10T18:14:38.600" v="3397" actId="478"/>
          <ac:spMkLst>
            <pc:docMk/>
            <pc:sldMk cId="4271523799" sldId="261"/>
            <ac:spMk id="15" creationId="{D5EE83D0-7978-8D33-86E2-2DE50206E2FC}"/>
          </ac:spMkLst>
        </pc:spChg>
        <pc:spChg chg="add mod">
          <ac:chgData name="Nagasimha Swamy" userId="ee958c82dc1401f0" providerId="LiveId" clId="{627641AC-B2F2-44DC-A549-B3F81309B815}" dt="2025-09-10T18:15:14.506" v="3402" actId="1076"/>
          <ac:spMkLst>
            <pc:docMk/>
            <pc:sldMk cId="4271523799" sldId="261"/>
            <ac:spMk id="18" creationId="{1E58431B-6F49-2EB7-FA11-A809A345F630}"/>
          </ac:spMkLst>
        </pc:spChg>
        <pc:picChg chg="add del mod">
          <ac:chgData name="Nagasimha Swamy" userId="ee958c82dc1401f0" providerId="LiveId" clId="{627641AC-B2F2-44DC-A549-B3F81309B815}" dt="2025-09-10T17:44:02.263" v="1985" actId="478"/>
          <ac:picMkLst>
            <pc:docMk/>
            <pc:sldMk cId="4271523799" sldId="261"/>
            <ac:picMk id="5" creationId="{45FBF4FA-7DFC-66C5-0FCB-FF718439F9E8}"/>
          </ac:picMkLst>
        </pc:picChg>
        <pc:picChg chg="add mod">
          <ac:chgData name="Nagasimha Swamy" userId="ee958c82dc1401f0" providerId="LiveId" clId="{627641AC-B2F2-44DC-A549-B3F81309B815}" dt="2025-09-10T18:13:27.664" v="3390" actId="1076"/>
          <ac:picMkLst>
            <pc:docMk/>
            <pc:sldMk cId="4271523799" sldId="261"/>
            <ac:picMk id="12" creationId="{B449EF51-AA6C-5C61-D154-AFD5E9BEA051}"/>
          </ac:picMkLst>
        </pc:picChg>
        <pc:picChg chg="add del mod">
          <ac:chgData name="Nagasimha Swamy" userId="ee958c82dc1401f0" providerId="LiveId" clId="{627641AC-B2F2-44DC-A549-B3F81309B815}" dt="2025-09-10T18:14:38.600" v="3397" actId="478"/>
          <ac:picMkLst>
            <pc:docMk/>
            <pc:sldMk cId="4271523799" sldId="261"/>
            <ac:picMk id="14" creationId="{CBAAB79F-1462-C476-FA8A-4FA1430282DB}"/>
          </ac:picMkLst>
        </pc:picChg>
        <pc:picChg chg="add mod">
          <ac:chgData name="Nagasimha Swamy" userId="ee958c82dc1401f0" providerId="LiveId" clId="{627641AC-B2F2-44DC-A549-B3F81309B815}" dt="2025-09-10T18:19:08.388" v="3441" actId="1076"/>
          <ac:picMkLst>
            <pc:docMk/>
            <pc:sldMk cId="4271523799" sldId="261"/>
            <ac:picMk id="17" creationId="{8FF90B57-34C5-06B7-A5B3-BC4FAD81536C}"/>
          </ac:picMkLst>
        </pc:picChg>
      </pc:sldChg>
      <pc:sldChg chg="addSp modSp new mod ord">
        <pc:chgData name="Nagasimha Swamy" userId="ee958c82dc1401f0" providerId="LiveId" clId="{627641AC-B2F2-44DC-A549-B3F81309B815}" dt="2025-09-10T18:17:49.741" v="3427" actId="1076"/>
        <pc:sldMkLst>
          <pc:docMk/>
          <pc:sldMk cId="1523105388" sldId="262"/>
        </pc:sldMkLst>
        <pc:spChg chg="mod">
          <ac:chgData name="Nagasimha Swamy" userId="ee958c82dc1401f0" providerId="LiveId" clId="{627641AC-B2F2-44DC-A549-B3F81309B815}" dt="2025-09-10T18:17:49.741" v="3427" actId="1076"/>
          <ac:spMkLst>
            <pc:docMk/>
            <pc:sldMk cId="1523105388" sldId="262"/>
            <ac:spMk id="2" creationId="{A427CDC8-9C0E-5402-E120-8034A49084D4}"/>
          </ac:spMkLst>
        </pc:spChg>
        <pc:spChg chg="mod">
          <ac:chgData name="Nagasimha Swamy" userId="ee958c82dc1401f0" providerId="LiveId" clId="{627641AC-B2F2-44DC-A549-B3F81309B815}" dt="2025-09-10T18:17:39.243" v="3424" actId="14100"/>
          <ac:spMkLst>
            <pc:docMk/>
            <pc:sldMk cId="1523105388" sldId="262"/>
            <ac:spMk id="3" creationId="{8E5DB81D-EAEE-0365-E362-A1FA6A410701}"/>
          </ac:spMkLst>
        </pc:spChg>
        <pc:spChg chg="add mod">
          <ac:chgData name="Nagasimha Swamy" userId="ee958c82dc1401f0" providerId="LiveId" clId="{627641AC-B2F2-44DC-A549-B3F81309B815}" dt="2025-09-10T18:17:46.078" v="3426" actId="1076"/>
          <ac:spMkLst>
            <pc:docMk/>
            <pc:sldMk cId="1523105388" sldId="262"/>
            <ac:spMk id="6" creationId="{EE6B4258-E7DE-15C0-ECB7-B0728C18EB21}"/>
          </ac:spMkLst>
        </pc:spChg>
        <pc:picChg chg="add mod">
          <ac:chgData name="Nagasimha Swamy" userId="ee958c82dc1401f0" providerId="LiveId" clId="{627641AC-B2F2-44DC-A549-B3F81309B815}" dt="2025-09-10T18:17:42.514" v="3425" actId="1076"/>
          <ac:picMkLst>
            <pc:docMk/>
            <pc:sldMk cId="1523105388" sldId="262"/>
            <ac:picMk id="5" creationId="{3238C0D9-53B5-B13A-EE53-967CF8BF126F}"/>
          </ac:picMkLst>
        </pc:picChg>
      </pc:sldChg>
      <pc:sldChg chg="new del">
        <pc:chgData name="Nagasimha Swamy" userId="ee958c82dc1401f0" providerId="LiveId" clId="{627641AC-B2F2-44DC-A549-B3F81309B815}" dt="2025-09-10T18:14:46.353" v="3399" actId="2696"/>
        <pc:sldMkLst>
          <pc:docMk/>
          <pc:sldMk cId="3342095316" sldId="26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12E3A-BB7A-48A0-AA24-9DB7A498082C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014670A9-A663-42C1-884F-7E712A7DDC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4499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12E3A-BB7A-48A0-AA24-9DB7A498082C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670A9-A663-42C1-884F-7E712A7DDC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4429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48112E3A-BB7A-48A0-AA24-9DB7A498082C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IN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014670A9-A663-42C1-884F-7E712A7DDC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3754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12E3A-BB7A-48A0-AA24-9DB7A498082C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670A9-A663-42C1-884F-7E712A7DDC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01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12E3A-BB7A-48A0-AA24-9DB7A498082C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670A9-A663-42C1-884F-7E712A7DDC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7155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12E3A-BB7A-48A0-AA24-9DB7A498082C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670A9-A663-42C1-884F-7E712A7DDC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8605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12E3A-BB7A-48A0-AA24-9DB7A498082C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670A9-A663-42C1-884F-7E712A7DDC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620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12E3A-BB7A-48A0-AA24-9DB7A498082C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670A9-A663-42C1-884F-7E712A7DDC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3846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12E3A-BB7A-48A0-AA24-9DB7A498082C}" type="datetimeFigureOut">
              <a:rPr lang="en-IN" smtClean="0"/>
              <a:t>10-09-2025</a:t>
            </a:fld>
            <a:endParaRPr lang="en-IN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670A9-A663-42C1-884F-7E712A7DDC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3379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12E3A-BB7A-48A0-AA24-9DB7A498082C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670A9-A663-42C1-884F-7E712A7DDC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5055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12E3A-BB7A-48A0-AA24-9DB7A498082C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670A9-A663-42C1-884F-7E712A7DDC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3401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48112E3A-BB7A-48A0-AA24-9DB7A498082C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014670A9-A663-42C1-884F-7E712A7DDC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8203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ontiersin.org/articles/10.3389/fphar.2016.00107/full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/3.0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biologycorner.com/projects/bacteria.html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c-sa/3.0/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hyperlink" Target="https://www.flickr.com/photos/ajay_suresh/48089718446/in/album-72157693907314472/" TargetMode="External"/><Relationship Id="rId7" Type="http://schemas.openxmlformats.org/officeDocument/2006/relationships/hyperlink" Target="https://creativecommons.org/licenses/by-nc-nd/3.0/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kitchenandresidentialdesign.com/2011/08/meet-miele-futura-series-dishwashers.html" TargetMode="External"/><Relationship Id="rId5" Type="http://schemas.openxmlformats.org/officeDocument/2006/relationships/image" Target="../media/image8.jpg"/><Relationship Id="rId4" Type="http://schemas.openxmlformats.org/officeDocument/2006/relationships/hyperlink" Target="https://creativecommons.org/licenses/by/3.0/" TargetMode="External"/><Relationship Id="rId9" Type="http://schemas.openxmlformats.org/officeDocument/2006/relationships/hyperlink" Target="https://pxhere.com/en/photo/783403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ourses.lumenlearning.com/boundless-ap/chapter/chemical-digestion/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sa/3.0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awpixel.com/search/energy%20saving" TargetMode="External"/><Relationship Id="rId2" Type="http://schemas.openxmlformats.org/officeDocument/2006/relationships/image" Target="../media/image11.1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cameronneylon.net/blog/what-measurement-does-to-us/" TargetMode="External"/><Relationship Id="rId4" Type="http://schemas.openxmlformats.org/officeDocument/2006/relationships/image" Target="../media/image1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rchive.org/details/1950-Tide-Detergent-Ad" TargetMode="External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reativecommons.org/licenses/by-nc-sa/3.0/" TargetMode="External"/><Relationship Id="rId5" Type="http://schemas.openxmlformats.org/officeDocument/2006/relationships/hyperlink" Target="https://ra-luca.me/advertising-work/advertising-work-ariel/" TargetMode="External"/><Relationship Id="rId4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B92F5-A31C-D0F5-B27D-CEC9F818E3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Enzymatic Processes in Industrial Production &amp; its application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97B670-42B3-7B14-F817-7D1CA81A24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Assignment –</a:t>
            </a:r>
            <a:r>
              <a:rPr lang="en-IN" dirty="0" err="1"/>
              <a:t>Jaysimha</a:t>
            </a:r>
            <a:r>
              <a:rPr lang="en-IN" dirty="0"/>
              <a:t> Swamy</a:t>
            </a:r>
          </a:p>
        </p:txBody>
      </p:sp>
    </p:spTree>
    <p:extLst>
      <p:ext uri="{BB962C8B-B14F-4D97-AF65-F5344CB8AC3E}">
        <p14:creationId xmlns:p14="http://schemas.microsoft.com/office/powerpoint/2010/main" val="1999105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C8958-24C0-0C1C-B855-8A9A4451C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PROTEASE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E14A5-1F03-BF33-D9E3-05AB1F6FEA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93976"/>
            <a:ext cx="6523299" cy="4198403"/>
          </a:xfrm>
        </p:spPr>
        <p:txBody>
          <a:bodyPr>
            <a:normAutofit/>
          </a:bodyPr>
          <a:lstStyle/>
          <a:p>
            <a:r>
              <a:rPr lang="en-GB" dirty="0"/>
              <a:t>also called a </a:t>
            </a:r>
            <a:r>
              <a:rPr lang="en-GB" b="1" dirty="0"/>
              <a:t>peptidase</a:t>
            </a:r>
            <a:r>
              <a:rPr lang="en-GB" dirty="0"/>
              <a:t>, </a:t>
            </a:r>
            <a:r>
              <a:rPr lang="en-GB" b="1" dirty="0"/>
              <a:t>proteinase</a:t>
            </a:r>
            <a:r>
              <a:rPr lang="en-GB" dirty="0"/>
              <a:t>, or </a:t>
            </a:r>
            <a:r>
              <a:rPr lang="en-GB" b="1" dirty="0"/>
              <a:t>proteolytic enzyme</a:t>
            </a:r>
          </a:p>
          <a:p>
            <a:r>
              <a:rPr lang="en-GB" dirty="0"/>
              <a:t>Protease is a protein digesting enzymes.</a:t>
            </a:r>
          </a:p>
          <a:p>
            <a:r>
              <a:rPr lang="en-GB" dirty="0"/>
              <a:t>They are mostly used in the </a:t>
            </a:r>
            <a:r>
              <a:rPr lang="en-GB" b="1" i="1" u="sng" dirty="0"/>
              <a:t>detergent industry .</a:t>
            </a:r>
          </a:p>
          <a:p>
            <a:r>
              <a:rPr lang="en-GB" dirty="0"/>
              <a:t>Proteases are the </a:t>
            </a:r>
            <a:r>
              <a:rPr lang="en-GB" b="1" dirty="0"/>
              <a:t>largest group </a:t>
            </a:r>
            <a:r>
              <a:rPr lang="en-GB" dirty="0"/>
              <a:t>of industrial enzymes  </a:t>
            </a:r>
          </a:p>
          <a:p>
            <a:r>
              <a:rPr lang="en-GB" dirty="0"/>
              <a:t>More than half of the worlds industrial enzyme produce is Protease. </a:t>
            </a:r>
          </a:p>
          <a:p>
            <a:r>
              <a:rPr lang="en-GB" dirty="0"/>
              <a:t>It is also called a “core enzyme” in the detergent industry </a:t>
            </a:r>
          </a:p>
          <a:p>
            <a:pPr marL="0" indent="0">
              <a:buNone/>
            </a:pPr>
            <a:r>
              <a:rPr lang="en-GB" dirty="0"/>
              <a:t>                                                  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106FC2-9370-40B8-7572-4204693AA6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691118" y="1747375"/>
            <a:ext cx="4114800" cy="26822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CA77B3-6138-592E-D715-552981732BB8}"/>
              </a:ext>
            </a:extLst>
          </p:cNvPr>
          <p:cNvSpPr txBox="1"/>
          <p:nvPr/>
        </p:nvSpPr>
        <p:spPr>
          <a:xfrm>
            <a:off x="8275484" y="4711282"/>
            <a:ext cx="41148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>
                <a:hlinkClick r:id="rId3" tooltip="https://www.frontiersin.org/articles/10.3389/fphar.2016.00107/full"/>
              </a:rPr>
              <a:t>This Photo</a:t>
            </a:r>
            <a:r>
              <a:rPr lang="en-IN" sz="900" dirty="0"/>
              <a:t> by Unknown Author is licensed under </a:t>
            </a:r>
            <a:r>
              <a:rPr lang="en-IN" sz="900" dirty="0">
                <a:hlinkClick r:id="rId4" tooltip="https://creativecommons.org/licenses/by/3.0/"/>
              </a:rPr>
              <a:t>CC BY</a:t>
            </a:r>
            <a:endParaRPr lang="en-IN" sz="900" dirty="0"/>
          </a:p>
        </p:txBody>
      </p:sp>
    </p:spTree>
    <p:extLst>
      <p:ext uri="{BB962C8B-B14F-4D97-AF65-F5344CB8AC3E}">
        <p14:creationId xmlns:p14="http://schemas.microsoft.com/office/powerpoint/2010/main" val="3739876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7CDC8-9C0E-5402-E120-8034A4908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570" y="446314"/>
            <a:ext cx="10515600" cy="1325563"/>
          </a:xfrm>
        </p:spPr>
        <p:txBody>
          <a:bodyPr/>
          <a:lstStyle/>
          <a:p>
            <a:r>
              <a:rPr lang="en-IN" dirty="0"/>
              <a:t>Production of Protease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DB81D-EAEE-0365-E362-A1FA6A4107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056" y="2373086"/>
            <a:ext cx="8305801" cy="4038600"/>
          </a:xfrm>
        </p:spPr>
        <p:txBody>
          <a:bodyPr>
            <a:normAutofit/>
          </a:bodyPr>
          <a:lstStyle/>
          <a:p>
            <a:r>
              <a:rPr lang="en-IN" dirty="0"/>
              <a:t>1.Microorganisms are used like </a:t>
            </a:r>
            <a:r>
              <a:rPr lang="en-IN" i="1" dirty="0"/>
              <a:t>Bacillus subtilis, Bacillus licheniformis </a:t>
            </a:r>
            <a:r>
              <a:rPr lang="en-IN" dirty="0"/>
              <a:t>or fungi like</a:t>
            </a:r>
            <a:r>
              <a:rPr lang="en-IN" i="1" dirty="0"/>
              <a:t> Aspergillus </a:t>
            </a:r>
            <a:r>
              <a:rPr lang="en-IN" i="1" dirty="0" err="1"/>
              <a:t>niger</a:t>
            </a:r>
            <a:r>
              <a:rPr lang="en-IN" i="1" dirty="0"/>
              <a:t>, Aspergillus </a:t>
            </a:r>
            <a:r>
              <a:rPr lang="en-IN" dirty="0"/>
              <a:t>oryzae are used</a:t>
            </a:r>
            <a:r>
              <a:rPr lang="en-IN" i="1" dirty="0"/>
              <a:t>.</a:t>
            </a:r>
          </a:p>
          <a:p>
            <a:r>
              <a:rPr lang="en-IN" dirty="0"/>
              <a:t>2. These microorganisms are cultured in a nutrient medium at 30–37 °C at a pH of 7-8.5 in an aerobic condition where these microbes natural secrete protease into the medium.</a:t>
            </a:r>
          </a:p>
          <a:p>
            <a:r>
              <a:rPr lang="en-IN" dirty="0"/>
              <a:t>3. This protease is then separated from the medium by filtration and centrifugation later they are concentrated with calcium ions, borates or glycerol. And sometimes encapsulated for further use.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38C0D9-53B5-B13A-EE53-967CF8BF12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599715" y="992328"/>
            <a:ext cx="3298371" cy="24366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E6B4258-E7DE-15C0-ECB7-B0728C18EB21}"/>
              </a:ext>
            </a:extLst>
          </p:cNvPr>
          <p:cNvSpPr txBox="1"/>
          <p:nvPr/>
        </p:nvSpPr>
        <p:spPr>
          <a:xfrm>
            <a:off x="9636130" y="3702626"/>
            <a:ext cx="1663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>
                <a:hlinkClick r:id="rId3" tooltip="https://biologycorner.com/projects/bacteria.html"/>
              </a:rPr>
              <a:t>This Photo</a:t>
            </a:r>
            <a:r>
              <a:rPr lang="en-IN" sz="900" dirty="0"/>
              <a:t> by Unknown Author is licensed under </a:t>
            </a:r>
            <a:r>
              <a:rPr lang="en-IN" sz="900" dirty="0">
                <a:hlinkClick r:id="rId4" tooltip="https://creativecommons.org/licenses/by-nc-sa/3.0/"/>
              </a:rPr>
              <a:t>CC BY-SA-NC</a:t>
            </a:r>
            <a:endParaRPr lang="en-IN" sz="900" dirty="0"/>
          </a:p>
        </p:txBody>
      </p:sp>
    </p:spTree>
    <p:extLst>
      <p:ext uri="{BB962C8B-B14F-4D97-AF65-F5344CB8AC3E}">
        <p14:creationId xmlns:p14="http://schemas.microsoft.com/office/powerpoint/2010/main" val="1523105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E6B53-92EA-0982-5CF9-FE9E91BFE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774" y="133974"/>
            <a:ext cx="10515600" cy="1009651"/>
          </a:xfrm>
        </p:spPr>
        <p:txBody>
          <a:bodyPr/>
          <a:lstStyle/>
          <a:p>
            <a:r>
              <a:rPr lang="en-IN" dirty="0"/>
              <a:t>Detergent Industry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86375-D0CC-B3E3-E654-B67A3992AC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054" y="1332419"/>
            <a:ext cx="7055734" cy="5496430"/>
          </a:xfrm>
        </p:spPr>
        <p:txBody>
          <a:bodyPr>
            <a:normAutofit/>
          </a:bodyPr>
          <a:lstStyle/>
          <a:p>
            <a:r>
              <a:rPr lang="en-IN" dirty="0"/>
              <a:t>Alkaline Proteases are used in laundry detergents, Dishwashing Detergents and specialized detergents in hospitals and labs.</a:t>
            </a:r>
          </a:p>
          <a:p>
            <a:r>
              <a:rPr lang="en-IN" dirty="0"/>
              <a:t>Proteases are used to </a:t>
            </a:r>
            <a:r>
              <a:rPr lang="en-IN" i="1" dirty="0"/>
              <a:t>remove protein based Stains </a:t>
            </a:r>
            <a:r>
              <a:rPr lang="en-IN" dirty="0"/>
              <a:t>like </a:t>
            </a:r>
            <a:r>
              <a:rPr lang="en-IN" b="1" dirty="0"/>
              <a:t>egg, milk, blood, sweat</a:t>
            </a:r>
            <a:r>
              <a:rPr lang="en-IN" dirty="0"/>
              <a:t>, etc from garments.</a:t>
            </a:r>
          </a:p>
          <a:p>
            <a:r>
              <a:rPr lang="en-GB" dirty="0"/>
              <a:t>Proteases are added to detergent formulations as </a:t>
            </a:r>
            <a:r>
              <a:rPr lang="en-GB" b="1" dirty="0"/>
              <a:t>granules, encapsulated powders, or liquid suspensions</a:t>
            </a:r>
            <a:r>
              <a:rPr lang="en-GB" dirty="0"/>
              <a:t>.</a:t>
            </a:r>
          </a:p>
          <a:p>
            <a:r>
              <a:rPr lang="en-GB" dirty="0"/>
              <a:t>Encapsulation prevents enzyme dust (which could cause allergies) and protects the enzyme from other reactive chemicals in the detergent (like bleach).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EA0266-605E-D931-14CD-7B33B47865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173686" y="1149988"/>
            <a:ext cx="2364374" cy="23643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A6A912-481E-7A1B-A2AC-2B780242B609}"/>
              </a:ext>
            </a:extLst>
          </p:cNvPr>
          <p:cNvSpPr txBox="1"/>
          <p:nvPr/>
        </p:nvSpPr>
        <p:spPr>
          <a:xfrm>
            <a:off x="7360788" y="3688802"/>
            <a:ext cx="1850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>
                <a:hlinkClick r:id="rId3" tooltip="https://www.flickr.com/photos/ajay_suresh/48089718446/in/album-72157693907314472/"/>
              </a:rPr>
              <a:t>This Photo</a:t>
            </a:r>
            <a:r>
              <a:rPr lang="en-IN" sz="900" dirty="0"/>
              <a:t> by Unknown Author is licensed under </a:t>
            </a:r>
            <a:r>
              <a:rPr lang="en-IN" sz="900" dirty="0">
                <a:hlinkClick r:id="rId4" tooltip="https://creativecommons.org/licenses/by/3.0/"/>
              </a:rPr>
              <a:t>CC BY</a:t>
            </a:r>
            <a:endParaRPr lang="en-IN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4B0AC6-D5D0-F0B9-0421-CDE8D202A2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9587413" y="1948322"/>
            <a:ext cx="2604587" cy="352595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DE792C2-4E43-4382-841E-E1730D687C83}"/>
              </a:ext>
            </a:extLst>
          </p:cNvPr>
          <p:cNvSpPr txBox="1"/>
          <p:nvPr/>
        </p:nvSpPr>
        <p:spPr>
          <a:xfrm>
            <a:off x="10238076" y="5661354"/>
            <a:ext cx="1834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>
                <a:hlinkClick r:id="rId6" tooltip="https://www.kitchenandresidentialdesign.com/2011/08/meet-miele-futura-series-dishwashers.html"/>
              </a:rPr>
              <a:t>This Photo</a:t>
            </a:r>
            <a:r>
              <a:rPr lang="en-IN" sz="900" dirty="0"/>
              <a:t> by Unknown Author is licensed under </a:t>
            </a:r>
            <a:r>
              <a:rPr lang="en-IN" sz="900" dirty="0">
                <a:hlinkClick r:id="rId7" tooltip="https://creativecommons.org/licenses/by-nc-nd/3.0/"/>
              </a:rPr>
              <a:t>CC BY-NC-ND</a:t>
            </a:r>
            <a:endParaRPr lang="en-IN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799893D-6130-A186-08C1-6C8F2A5BE23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5603706" y="4656231"/>
            <a:ext cx="2604587" cy="173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198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F2426-EA95-C301-9D87-CC351A304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257" y="148794"/>
            <a:ext cx="8839200" cy="1325563"/>
          </a:xfrm>
        </p:spPr>
        <p:txBody>
          <a:bodyPr/>
          <a:lstStyle/>
          <a:p>
            <a:r>
              <a:rPr lang="en-IN" dirty="0"/>
              <a:t>What happens during washing?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1DED5-41D3-9C67-EEEA-E3AB0D37A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7" y="1828799"/>
            <a:ext cx="6999514" cy="421710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Protein stains which stick to the fibres of the fabric. </a:t>
            </a:r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1.Protease hydrolyses the peptide bonds of these proteins and breaks them down into small peptides and amino acids.</a:t>
            </a:r>
          </a:p>
          <a:p>
            <a:r>
              <a:rPr lang="en-GB" dirty="0"/>
              <a:t>2. These smaller units being water soluble get easily washed away by surfactants and rinsing.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Temperature of the reaction must be between 20-70</a:t>
            </a:r>
            <a:r>
              <a:rPr lang="en-IN" dirty="0"/>
              <a:t>°C and a pH of 8-10.5(alkaline).</a:t>
            </a:r>
            <a:endParaRPr lang="en-GB" dirty="0"/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56A5CA-62B2-B7E1-C756-AA6E74EF65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358741" y="1215594"/>
            <a:ext cx="4463262" cy="32751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4FB360D-3041-7C0F-09D3-33D59EAC2D7D}"/>
              </a:ext>
            </a:extLst>
          </p:cNvPr>
          <p:cNvSpPr txBox="1"/>
          <p:nvPr/>
        </p:nvSpPr>
        <p:spPr>
          <a:xfrm>
            <a:off x="7989489" y="4664890"/>
            <a:ext cx="420251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3" tooltip="https://courses.lumenlearning.com/boundless-ap/chapter/chemical-digestion/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4" tooltip="https://creativecommons.org/licenses/by-sa/3.0/"/>
              </a:rPr>
              <a:t>CC BY-SA</a:t>
            </a:r>
            <a:endParaRPr lang="en-IN" sz="900"/>
          </a:p>
        </p:txBody>
      </p:sp>
    </p:spTree>
    <p:extLst>
      <p:ext uri="{BB962C8B-B14F-4D97-AF65-F5344CB8AC3E}">
        <p14:creationId xmlns:p14="http://schemas.microsoft.com/office/powerpoint/2010/main" val="736715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8E8DA-A2DE-F5C3-0491-D9A7D0DEF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 of using Protease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46C12-A323-3CFE-4EF0-263747DF0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75114"/>
            <a:ext cx="6063343" cy="4216174"/>
          </a:xfrm>
        </p:spPr>
        <p:txBody>
          <a:bodyPr>
            <a:normAutofit/>
          </a:bodyPr>
          <a:lstStyle/>
          <a:p>
            <a:r>
              <a:rPr lang="en-IN" dirty="0"/>
              <a:t>Removes stubborn protein stains which is not possible with normal detergents.</a:t>
            </a:r>
          </a:p>
          <a:p>
            <a:r>
              <a:rPr lang="en-IN" dirty="0"/>
              <a:t>Allows low temperature effective cleaning hence saving a lot of energy.</a:t>
            </a:r>
          </a:p>
          <a:p>
            <a:r>
              <a:rPr lang="en-IN" dirty="0"/>
              <a:t>Is compatible with a wide variety of </a:t>
            </a:r>
            <a:r>
              <a:rPr lang="en-GB" dirty="0"/>
              <a:t>surfactants, builders, bleaching agents, and other multi-enzymes detergents with amylase, lipase, cellulase.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24D330-5109-988F-3002-B7196530BD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492341" y="2612572"/>
            <a:ext cx="2438400" cy="2438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99E64E-9CB1-C9B9-D531-698A8A97F5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7133191" y="2013188"/>
            <a:ext cx="1826411" cy="3637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814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F0759-3F7A-4E1C-D8ED-1A413F765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5717" y="0"/>
            <a:ext cx="10515600" cy="863374"/>
          </a:xfrm>
        </p:spPr>
        <p:txBody>
          <a:bodyPr/>
          <a:lstStyle/>
          <a:p>
            <a:r>
              <a:rPr lang="en-IN" dirty="0"/>
              <a:t>Examples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67A15-9FF7-140B-7FF0-343D079AC3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751114"/>
            <a:ext cx="8088086" cy="5425850"/>
          </a:xfrm>
        </p:spPr>
        <p:txBody>
          <a:bodyPr>
            <a:normAutofit/>
          </a:bodyPr>
          <a:lstStyle/>
          <a:p>
            <a:r>
              <a:rPr lang="en-IN" dirty="0"/>
              <a:t>Laundry detergents-:</a:t>
            </a:r>
          </a:p>
          <a:p>
            <a:pPr marL="0" indent="0">
              <a:buNone/>
            </a:pPr>
            <a:r>
              <a:rPr lang="en-IN" dirty="0"/>
              <a:t>1.TIDE—Procter &amp; Gamble</a:t>
            </a:r>
          </a:p>
          <a:p>
            <a:pPr marL="0" indent="0">
              <a:buNone/>
            </a:pPr>
            <a:r>
              <a:rPr lang="en-IN" dirty="0"/>
              <a:t>It contains: Protease which is combined with bleach activators brighteners and polymers. It is used for its heavy duty cleaning.</a:t>
            </a:r>
          </a:p>
          <a:p>
            <a:pPr marL="0" indent="0">
              <a:buNone/>
            </a:pPr>
            <a:r>
              <a:rPr lang="en-IN" dirty="0"/>
              <a:t>Often protease are kept in granular form to protect them from bleach until they are activated during the wash.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2. ARIEL--Procter &amp; Gamble</a:t>
            </a:r>
          </a:p>
          <a:p>
            <a:pPr marL="0" indent="0">
              <a:buNone/>
            </a:pPr>
            <a:r>
              <a:rPr lang="en-IN" dirty="0"/>
              <a:t>It is a bio-enzyme detergent and contains protease to break down protein stains and is paired with amylase to break down starch stains, lipase to break down fat/oil stains and cellulase to brighten fabrics.</a:t>
            </a:r>
          </a:p>
          <a:p>
            <a:pPr marL="0" indent="0">
              <a:buNone/>
            </a:pPr>
            <a:r>
              <a:rPr lang="en-IN" dirty="0"/>
              <a:t>It is designed to perform in cold water saving energy  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449EF51-AA6C-5C61-D154-AFD5E9BEA0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807766" y="0"/>
            <a:ext cx="3384234" cy="436517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FF90B57-34C5-06B7-A5B3-BC4FAD8153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7935686" y="4497465"/>
            <a:ext cx="3897086" cy="156639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E58431B-6F49-2EB7-FA11-A809A345F630}"/>
              </a:ext>
            </a:extLst>
          </p:cNvPr>
          <p:cNvSpPr txBox="1"/>
          <p:nvPr/>
        </p:nvSpPr>
        <p:spPr>
          <a:xfrm>
            <a:off x="7815943" y="6196152"/>
            <a:ext cx="389708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5" tooltip="https://ra-luca.me/advertising-work/advertising-work-ariel/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6" tooltip="https://creativecommons.org/licenses/by-nc-sa/3.0/"/>
              </a:rPr>
              <a:t>CC BY-SA-NC</a:t>
            </a:r>
            <a:endParaRPr lang="en-IN" sz="900"/>
          </a:p>
        </p:txBody>
      </p:sp>
    </p:spTree>
    <p:extLst>
      <p:ext uri="{BB962C8B-B14F-4D97-AF65-F5344CB8AC3E}">
        <p14:creationId xmlns:p14="http://schemas.microsoft.com/office/powerpoint/2010/main" val="42715237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247</TotalTime>
  <Words>540</Words>
  <Application>Microsoft Office PowerPoint</Application>
  <PresentationFormat>Widescreen</PresentationFormat>
  <Paragraphs>49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Rockwell</vt:lpstr>
      <vt:lpstr>Rockwell Condensed</vt:lpstr>
      <vt:lpstr>Wingdings</vt:lpstr>
      <vt:lpstr>Wood Type</vt:lpstr>
      <vt:lpstr>Enzymatic Processes in Industrial Production &amp; its application</vt:lpstr>
      <vt:lpstr>PROTEASE</vt:lpstr>
      <vt:lpstr>Production of Protease </vt:lpstr>
      <vt:lpstr>Detergent Industry</vt:lpstr>
      <vt:lpstr>What happens during washing?</vt:lpstr>
      <vt:lpstr>Advantages of using Protease</vt:lpstr>
      <vt:lpstr>Examples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Nagasimha Swamy</dc:creator>
  <cp:lastModifiedBy>Nagasimha Swamy</cp:lastModifiedBy>
  <cp:revision>1</cp:revision>
  <dcterms:created xsi:type="dcterms:W3CDTF">2025-09-10T11:32:05Z</dcterms:created>
  <dcterms:modified xsi:type="dcterms:W3CDTF">2025-09-10T18:19:12Z</dcterms:modified>
</cp:coreProperties>
</file>