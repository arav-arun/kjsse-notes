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48" r:id="rId1"/>
  </p:sldMasterIdLst>
  <p:notesMasterIdLst>
    <p:notesMasterId r:id="rId6"/>
  </p:notesMasterIdLst>
  <p:handoutMasterIdLst>
    <p:handoutMasterId r:id="rId16"/>
  </p:handoutMasterIdLst>
  <p:sldIdLst>
    <p:sldId id="414" r:id="rId3"/>
    <p:sldId id="427" r:id="rId4"/>
    <p:sldId id="429" r:id="rId5"/>
    <p:sldId id="430" r:id="rId7"/>
    <p:sldId id="431" r:id="rId8"/>
    <p:sldId id="436" r:id="rId9"/>
    <p:sldId id="437" r:id="rId10"/>
    <p:sldId id="439" r:id="rId11"/>
    <p:sldId id="440" r:id="rId12"/>
    <p:sldId id="432" r:id="rId13"/>
    <p:sldId id="438" r:id="rId14"/>
    <p:sldId id="434" r:id="rId15"/>
  </p:sldIdLst>
  <p:sldSz cx="12192000" cy="6858000"/>
  <p:notesSz cx="6858000" cy="9144000"/>
  <p:embeddedFontLst>
    <p:embeddedFont>
      <p:font typeface="SimSun" panose="02010600030101010101" pitchFamily="2" charset="-122"/>
      <p:regular r:id="rId20"/>
    </p:embeddedFont>
    <p:embeddedFont>
      <p:font typeface="黑体" panose="02010609060101010101" pitchFamily="49" charset="-122"/>
      <p:regular r:id="rId21"/>
    </p:embeddedFont>
    <p:embeddedFont>
      <p:font typeface="Calibri" panose="020F0502020204030204" charset="0"/>
      <p:regular r:id="rId22"/>
      <p:bold r:id="rId23"/>
      <p:italic r:id="rId24"/>
      <p:boldItalic r:id="rId25"/>
    </p:embeddedFont>
    <p:embeddedFont>
      <p:font typeface="Microsoft YaHei Light" panose="020B0502040204020203" pitchFamily="34" charset="-122"/>
      <p:regular r:id="rId26"/>
    </p:embeddedFont>
    <p:embeddedFont>
      <p:font typeface="Microsoft YaHei" panose="020B0503020204020204" charset="-122"/>
      <p:regular r:id="rId27"/>
    </p:embeddedFont>
  </p:embeddedFontLst>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C2F10"/>
    <a:srgbClr val="84685A"/>
    <a:srgbClr val="C18953"/>
    <a:srgbClr val="BF6A59"/>
    <a:srgbClr val="CD8B7D"/>
    <a:srgbClr val="FFFFFF"/>
    <a:srgbClr val="92A1A5"/>
    <a:srgbClr val="5B7782"/>
    <a:srgbClr val="145672"/>
    <a:srgbClr val="6258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60" autoAdjust="0"/>
    <p:restoredTop sz="94660"/>
  </p:normalViewPr>
  <p:slideViewPr>
    <p:cSldViewPr snapToGrid="0">
      <p:cViewPr varScale="1">
        <p:scale>
          <a:sx n="115" d="100"/>
          <a:sy n="115" d="100"/>
        </p:scale>
        <p:origin x="61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gs" Target="tags/tag43.xml"/><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5A8C7-CC1A-4A08-9B4B-31F43B054C7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E1B693-632D-4080-9CF6-EA28B66DC80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854199"/>
            <a:ext cx="9144000" cy="1655763"/>
          </a:xfrm>
        </p:spPr>
        <p:txBody>
          <a:bodyPr anchor="b">
            <a:normAutofit/>
          </a:bodyPr>
          <a:lstStyle>
            <a:lvl1pPr algn="ctr">
              <a:defRPr sz="7200" b="0"/>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DD7636-5BE1-44BC-BB5F-15739D9E18E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87C0E1D-24C4-406F-9615-DBDA8D2D1F93}" type="slidenum">
              <a:rPr lang="zh-CN" altLang="en-US" smtClean="0"/>
            </a:fld>
            <a:endParaRPr lang="zh-CN" altLang="en-US"/>
          </a:p>
        </p:txBody>
      </p:sp>
      <p:sp>
        <p:nvSpPr>
          <p:cNvPr id="5" name="标题 4"/>
          <p:cNvSpPr>
            <a:spLocks noGrp="1"/>
          </p:cNvSpPr>
          <p:nvPr>
            <p:ph type="title" hasCustomPrompt="1"/>
          </p:nvPr>
        </p:nvSpPr>
        <p:spPr>
          <a:xfrm>
            <a:off x="838200" y="2187443"/>
            <a:ext cx="10515600" cy="2483115"/>
          </a:xfrm>
        </p:spPr>
        <p:txBody>
          <a:bodyPr>
            <a:normAutofit/>
          </a:bodyPr>
          <a:lstStyle>
            <a:lvl1pPr algn="ctr">
              <a:defRPr sz="6000" b="0"/>
            </a:lvl1pPr>
          </a:lstStyle>
          <a:p>
            <a:r>
              <a:rPr lang="zh-CN" altLang="en-US" dirty="0"/>
              <a:t>单击此处编辑标题</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column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6172200" y="1825625"/>
            <a:ext cx="5181600" cy="435133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nchor="ctr" anchorCtr="0"/>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238500" y="2159000"/>
            <a:ext cx="5715000" cy="1382450"/>
          </a:xfrm>
        </p:spPr>
        <p:txBody>
          <a:bodyPr anchor="b" anchorCtr="0">
            <a:normAutofit/>
          </a:bodyPr>
          <a:lstStyle>
            <a:lvl1pPr algn="ctr">
              <a:defRPr sz="8000" b="0">
                <a:solidFill>
                  <a:schemeClr val="tx1"/>
                </a:solidFill>
              </a:defRPr>
            </a:lvl1pPr>
          </a:lstStyle>
          <a:p>
            <a:r>
              <a:rPr lang="zh-CN" altLang="en-US" dirty="0"/>
              <a:t>编辑标题</a:t>
            </a:r>
            <a:endParaRPr lang="zh-CN" altLang="en-US" dirty="0"/>
          </a:p>
        </p:txBody>
      </p:sp>
      <p:sp>
        <p:nvSpPr>
          <p:cNvPr id="3" name="日期占位符 2"/>
          <p:cNvSpPr>
            <a:spLocks noGrp="1"/>
          </p:cNvSpPr>
          <p:nvPr>
            <p:ph type="dt" sz="half" idx="10"/>
          </p:nvPr>
        </p:nvSpPr>
        <p:spPr/>
        <p:txBody>
          <a:bodyPr/>
          <a:lstStyle/>
          <a:p>
            <a:fld id="{20DD7636-5BE1-44BC-BB5F-15739D9E18E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87C0E1D-24C4-406F-9615-DBDA8D2D1F93}" type="slidenum">
              <a:rPr lang="zh-CN" altLang="en-US" smtClean="0"/>
            </a:fld>
            <a:endParaRPr lang="zh-CN" altLang="en-US"/>
          </a:p>
        </p:txBody>
      </p:sp>
      <p:sp>
        <p:nvSpPr>
          <p:cNvPr id="37" name="内容占位符 36"/>
          <p:cNvSpPr>
            <a:spLocks noGrp="1"/>
          </p:cNvSpPr>
          <p:nvPr>
            <p:ph sz="quarter" idx="13" hasCustomPrompt="1"/>
          </p:nvPr>
        </p:nvSpPr>
        <p:spPr>
          <a:xfrm>
            <a:off x="3238500" y="3733201"/>
            <a:ext cx="5715000" cy="1185937"/>
          </a:xfrm>
        </p:spPr>
        <p:txBody>
          <a:bodyPr>
            <a:normAutofit/>
          </a:bodyPr>
          <a:lstStyle>
            <a:lvl1pPr marL="0" indent="0" algn="ctr">
              <a:buNone/>
              <a:defRPr sz="3200">
                <a:solidFill>
                  <a:schemeClr val="tx1"/>
                </a:solidFill>
              </a:defRPr>
            </a:lvl1pPr>
          </a:lstStyle>
          <a:p>
            <a:pPr lvl="0"/>
            <a:r>
              <a:rPr lang="zh-CN" altLang="en-US" dirty="0"/>
              <a:t>编辑文本</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and title">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713673"/>
            <a:ext cx="4681654" cy="1428161"/>
          </a:xfrm>
        </p:spPr>
        <p:txBody>
          <a:bodyPr anchor="t" anchorCtr="0">
            <a:normAutofit/>
          </a:bodyPr>
          <a:lstStyle>
            <a:lvl1pPr>
              <a:defRPr sz="3600"/>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642517" y="713673"/>
            <a:ext cx="5711882" cy="540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838200" y="2313873"/>
            <a:ext cx="4681654"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10444898" y="365125"/>
            <a:ext cx="908901" cy="5811838"/>
          </a:xfrm>
        </p:spPr>
        <p:txBody>
          <a:bodyPr vert="eaVert">
            <a:normAutofit/>
          </a:bodyPr>
          <a:lstStyle>
            <a:lvl1pPr>
              <a:defRPr sz="4400"/>
            </a:lvl1pPr>
          </a:lstStyle>
          <a:p>
            <a:r>
              <a:rPr lang="zh-CN" altLang="en-US" dirty="0"/>
              <a:t>单击此处编辑标题</a:t>
            </a:r>
            <a:endParaRPr lang="zh-CN" altLang="en-US" dirty="0"/>
          </a:p>
        </p:txBody>
      </p:sp>
      <p:sp>
        <p:nvSpPr>
          <p:cNvPr id="3" name="竖排文字占位符 2"/>
          <p:cNvSpPr>
            <a:spLocks noGrp="1"/>
          </p:cNvSpPr>
          <p:nvPr>
            <p:ph type="body" orient="vert" idx="1"/>
          </p:nvPr>
        </p:nvSpPr>
        <p:spPr>
          <a:xfrm>
            <a:off x="838199" y="365125"/>
            <a:ext cx="9446443"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Custom layout">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rot="1514436">
            <a:off x="6300718" y="-2601021"/>
            <a:ext cx="8977380" cy="5533714"/>
          </a:xfrm>
          <a:prstGeom prst="rect">
            <a:avLst/>
          </a:prstGeom>
        </p:spPr>
      </p:pic>
      <p:pic>
        <p:nvPicPr>
          <p:cNvPr id="4" name="图片 3"/>
          <p:cNvPicPr>
            <a:picLocks noChangeAspect="1"/>
          </p:cNvPicPr>
          <p:nvPr userDrawn="1"/>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rot="1514436">
            <a:off x="-3474272" y="5204830"/>
            <a:ext cx="8977380" cy="553371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talog">
    <p:spTree>
      <p:nvGrpSpPr>
        <p:cNvPr id="1" name=""/>
        <p:cNvGrpSpPr/>
        <p:nvPr/>
      </p:nvGrpSpPr>
      <p:grpSpPr>
        <a:xfrm>
          <a:off x="0" y="0"/>
          <a:ext cx="0" cy="0"/>
          <a:chOff x="0" y="0"/>
          <a:chExt cx="0" cy="0"/>
        </a:xfrm>
      </p:grpSpPr>
      <p:sp>
        <p:nvSpPr>
          <p:cNvPr id="3" name="矩形 2"/>
          <p:cNvSpPr/>
          <p:nvPr userDrawn="1"/>
        </p:nvSpPr>
        <p:spPr>
          <a:xfrm>
            <a:off x="337499" y="279742"/>
            <a:ext cx="11517001" cy="6298834"/>
          </a:xfrm>
          <a:prstGeom prst="rect">
            <a:avLst/>
          </a:prstGeom>
          <a:solidFill>
            <a:schemeClr val="bg1">
              <a:lumMod val="9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Calibri" panose="020F0502020204030204" charset="0"/>
            </a:endParaRPr>
          </a:p>
        </p:txBody>
      </p:sp>
      <p:sp useBgFill="1">
        <p:nvSpPr>
          <p:cNvPr id="6" name="等腰三角形 5"/>
          <p:cNvSpPr>
            <a:spLocks noChangeAspect="1"/>
          </p:cNvSpPr>
          <p:nvPr userDrawn="1"/>
        </p:nvSpPr>
        <p:spPr>
          <a:xfrm flipV="1">
            <a:off x="5916046" y="279742"/>
            <a:ext cx="359906" cy="31028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Calibri" panose="020F050202020403020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2000">
        <p14:gallery dir="l"/>
      </p:transition>
    </mc:Choice>
    <mc:Fallback>
      <p:transition spd="slow" advTm="2000">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nside page-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2000">
        <p15:prstTrans prst="crush"/>
      </p:transition>
    </mc:Choice>
    <mc:Fallback>
      <p:transition spd="slow" advTm="2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6756213" y="0"/>
            <a:ext cx="5435788" cy="6858003"/>
          </a:xfrm>
          <a:custGeom>
            <a:avLst/>
            <a:gdLst>
              <a:gd name="connsiteX0" fmla="*/ 2130130 w 5435788"/>
              <a:gd name="connsiteY0" fmla="*/ 0 h 6858002"/>
              <a:gd name="connsiteX1" fmla="*/ 5435788 w 5435788"/>
              <a:gd name="connsiteY1" fmla="*/ 0 h 6858002"/>
              <a:gd name="connsiteX2" fmla="*/ 5435788 w 5435788"/>
              <a:gd name="connsiteY2" fmla="*/ 6858002 h 6858002"/>
              <a:gd name="connsiteX3" fmla="*/ 0 w 5435788"/>
              <a:gd name="connsiteY3" fmla="*/ 6858002 h 6858002"/>
            </a:gdLst>
            <a:ahLst/>
            <a:cxnLst>
              <a:cxn ang="0">
                <a:pos x="connsiteX0" y="connsiteY0"/>
              </a:cxn>
              <a:cxn ang="0">
                <a:pos x="connsiteX1" y="connsiteY1"/>
              </a:cxn>
              <a:cxn ang="0">
                <a:pos x="connsiteX2" y="connsiteY2"/>
              </a:cxn>
              <a:cxn ang="0">
                <a:pos x="connsiteX3" y="connsiteY3"/>
              </a:cxn>
            </a:cxnLst>
            <a:rect l="l" t="t" r="r" b="b"/>
            <a:pathLst>
              <a:path w="5435788" h="6858002">
                <a:moveTo>
                  <a:pt x="2130130" y="0"/>
                </a:moveTo>
                <a:lnTo>
                  <a:pt x="5435788" y="0"/>
                </a:lnTo>
                <a:lnTo>
                  <a:pt x="5435788" y="6858002"/>
                </a:lnTo>
                <a:lnTo>
                  <a:pt x="0" y="6858002"/>
                </a:lnTo>
                <a:close/>
              </a:path>
            </a:pathLst>
          </a:custGeom>
        </p:spPr>
        <p:txBody>
          <a:bodyPr wrap="square" lIns="68580" tIns="34290" rIns="68580" bIns="34290">
            <a:noAutofit/>
          </a:bodyPr>
          <a:lstStyle/>
          <a:p>
            <a:endParaRPr lang="zh-CN" alt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page">
    <p:spTree>
      <p:nvGrpSpPr>
        <p:cNvPr id="1" name=""/>
        <p:cNvGrpSpPr/>
        <p:nvPr/>
      </p:nvGrpSpPr>
      <p:grpSpPr>
        <a:xfrm>
          <a:off x="0" y="0"/>
          <a:ext cx="0" cy="0"/>
          <a:chOff x="0" y="0"/>
          <a:chExt cx="0" cy="0"/>
        </a:xfrm>
      </p:grpSpPr>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3000" advTm="5000"/>
    </mc:Choice>
    <mc:Fallback>
      <p:transition spd="slow" advTm="500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矩形 1"/>
          <p:cNvSpPr/>
          <p:nvPr userDrawn="1"/>
        </p:nvSpPr>
        <p:spPr>
          <a:xfrm flipH="1">
            <a:off x="0" y="0"/>
            <a:ext cx="12192000" cy="6858000"/>
          </a:xfrm>
          <a:prstGeom prst="rect">
            <a:avLst/>
          </a:prstGeom>
          <a:gradFill>
            <a:gsLst>
              <a:gs pos="31000">
                <a:schemeClr val="accent1">
                  <a:lumMod val="5000"/>
                  <a:lumOff val="95000"/>
                  <a:alpha val="1900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ea typeface="Calibri" panose="020F0502020204030204" charset="0"/>
            </a:endParaRPr>
          </a:p>
        </p:txBody>
      </p:sp>
    </p:spTree>
  </p:cSld>
  <p:clrMapOvr>
    <a:masterClrMapping/>
  </p:clrMapOvr>
  <p:transition advClick="0" advTm="1000">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tags" Target="../tags/tag3.xml"/><Relationship Id="rId2" Type="http://schemas.openxmlformats.org/officeDocument/2006/relationships/slideLayout" Target="../slideLayouts/slideLayout2.xml"/><Relationship Id="rId19" Type="http://schemas.openxmlformats.org/officeDocument/2006/relationships/tags" Target="../tags/tag2.xml"/><Relationship Id="rId18" Type="http://schemas.openxmlformats.org/officeDocument/2006/relationships/tags" Target="../tags/tag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标题占位符 1"/>
          <p:cNvSpPr>
            <a:spLocks noGrp="1"/>
          </p:cNvSpPr>
          <p:nvPr>
            <p:ph type="title"/>
            <p:custDataLst>
              <p:tags r:id="rId18"/>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8" name="文本占位符 2"/>
          <p:cNvSpPr>
            <a:spLocks noGrp="1"/>
          </p:cNvSpPr>
          <p:nvPr>
            <p:ph type="body" idx="1"/>
            <p:custDataLst>
              <p:tags r:id="rId19"/>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D997B5FA-0921-464F-AAE1-844C04324D75}" type="datetimeFigureOut">
              <a:rPr lang="zh-CN" altLang="en-US" smtClean="0"/>
            </a:fld>
            <a:endParaRPr lang="zh-CN" altLang="en-US" dirty="0"/>
          </a:p>
        </p:txBody>
      </p:sp>
      <p:sp>
        <p:nvSpPr>
          <p:cNvPr id="10"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endParaRPr lang="zh-CN" altLang="en-US"/>
          </a:p>
        </p:txBody>
      </p:sp>
      <p:sp>
        <p:nvSpPr>
          <p:cNvPr id="11"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565CE74E-AB26-4998-AD42-012C4C1AD076}" type="slidenum">
              <a:rPr lang="zh-CN" altLang="en-US" smtClean="0"/>
            </a:fld>
            <a:endParaRPr lang="zh-CN" altLang="en-US"/>
          </a:p>
        </p:txBody>
      </p:sp>
      <p:sp>
        <p:nvSpPr>
          <p:cNvPr id="2"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Calibri" panose="020F05020202040302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Calibri" panose="020F050202020403020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Calibri" panose="020F050202020403020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Calibri" panose="020F050202020403020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Calibri" panose="020F050202020403020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Calibri" panose="020F050202020403020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Calibri" panose="020F050202020403020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7" Type="http://schemas.openxmlformats.org/officeDocument/2006/relationships/slideLayout" Target="../slideLayouts/slideLayout2.xml"/><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0.xml"/><Relationship Id="rId4" Type="http://schemas.openxmlformats.org/officeDocument/2006/relationships/tags" Target="../tags/tag24.xml"/><Relationship Id="rId3" Type="http://schemas.openxmlformats.org/officeDocument/2006/relationships/image" Target="../media/image5.jpeg"/><Relationship Id="rId2" Type="http://schemas.openxmlformats.org/officeDocument/2006/relationships/tags" Target="../tags/tag23.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4.xml"/><Relationship Id="rId6" Type="http://schemas.openxmlformats.org/officeDocument/2006/relationships/tags" Target="../tags/tag27.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4.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4.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4.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4.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4.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grpSp>
        <p:nvGrpSpPr>
          <p:cNvPr id="3" name="组合 2"/>
          <p:cNvGrpSpPr/>
          <p:nvPr/>
        </p:nvGrpSpPr>
        <p:grpSpPr>
          <a:xfrm>
            <a:off x="3691573" y="2055813"/>
            <a:ext cx="4808855" cy="2763520"/>
            <a:chOff x="5482" y="3557"/>
            <a:chExt cx="7573" cy="4352"/>
          </a:xfrm>
        </p:grpSpPr>
        <p:sp>
          <p:nvSpPr>
            <p:cNvPr id="15" name="文本框 14"/>
            <p:cNvSpPr txBox="1"/>
            <p:nvPr/>
          </p:nvSpPr>
          <p:spPr>
            <a:xfrm>
              <a:off x="5728" y="5122"/>
              <a:ext cx="6704" cy="822"/>
            </a:xfrm>
            <a:prstGeom prst="rect">
              <a:avLst/>
            </a:prstGeom>
            <a:noFill/>
          </p:spPr>
          <p:txBody>
            <a:bodyPr wrap="square" rtlCol="0">
              <a:spAutoFit/>
            </a:bodyPr>
            <a:p>
              <a:pPr algn="dist"/>
              <a:endParaRPr lang="zh-CN" altLang="en-US" sz="2800" dirty="0">
                <a:solidFill>
                  <a:srgbClr val="84685A"/>
                </a:solidFill>
                <a:effectLst/>
                <a:latin typeface="Calibri" panose="020F0502020204030204" charset="0"/>
                <a:ea typeface="Calibri" panose="020F0502020204030204" charset="0"/>
                <a:sym typeface="+mn-ea"/>
              </a:endParaRPr>
            </a:p>
          </p:txBody>
        </p:sp>
        <p:sp>
          <p:nvSpPr>
            <p:cNvPr id="19" name="文本框 18"/>
            <p:cNvSpPr txBox="1"/>
            <p:nvPr/>
          </p:nvSpPr>
          <p:spPr>
            <a:xfrm>
              <a:off x="5482" y="3557"/>
              <a:ext cx="7573" cy="4352"/>
            </a:xfrm>
            <a:prstGeom prst="rect">
              <a:avLst/>
            </a:prstGeom>
            <a:noFill/>
          </p:spPr>
          <p:txBody>
            <a:bodyPr wrap="square" rtlCol="0" anchor="t">
              <a:spAutoFit/>
            </a:bodyPr>
            <a:p>
              <a:pPr algn="ctr">
                <a:lnSpc>
                  <a:spcPct val="110000"/>
                </a:lnSpc>
              </a:pPr>
              <a:r>
                <a:rPr lang="en-IN" altLang="en-US" sz="3200" kern="0" cap="all" dirty="0">
                  <a:solidFill>
                    <a:srgbClr val="4C2F10"/>
                  </a:solidFill>
                  <a:effectLst/>
                  <a:uFillTx/>
                  <a:latin typeface="Calibri" panose="020F0502020204030204" charset="0"/>
                  <a:ea typeface="Calibri" panose="020F0502020204030204" charset="0"/>
                  <a:sym typeface="+mn-ea"/>
                </a:rPr>
                <a:t>enzymatic processes in industrial production and its application </a:t>
              </a:r>
              <a:endParaRPr lang="en-IN" altLang="en-US" sz="3200" kern="0" cap="all" dirty="0">
                <a:solidFill>
                  <a:srgbClr val="4C2F10"/>
                </a:solidFill>
                <a:effectLst/>
                <a:uFillTx/>
                <a:latin typeface="Calibri" panose="020F0502020204030204" charset="0"/>
                <a:ea typeface="Calibri" panose="020F0502020204030204" charset="0"/>
                <a:sym typeface="+mn-ea"/>
              </a:endParaRPr>
            </a:p>
            <a:p>
              <a:pPr algn="ctr">
                <a:lnSpc>
                  <a:spcPct val="110000"/>
                </a:lnSpc>
              </a:pPr>
              <a:r>
                <a:rPr lang="en-IN" altLang="en-US" sz="3200" kern="0" cap="all" dirty="0">
                  <a:solidFill>
                    <a:srgbClr val="4C2F10"/>
                  </a:solidFill>
                  <a:effectLst/>
                  <a:uFillTx/>
                  <a:latin typeface="Calibri" panose="020F0502020204030204" charset="0"/>
                  <a:ea typeface="Calibri" panose="020F0502020204030204" charset="0"/>
                  <a:sym typeface="+mn-ea"/>
                </a:rPr>
                <a:t>(enzyme: rennet)</a:t>
              </a:r>
              <a:endParaRPr lang="en-IN" altLang="en-US" sz="3200" kern="0" cap="all" dirty="0">
                <a:solidFill>
                  <a:srgbClr val="4C2F10"/>
                </a:solidFill>
                <a:effectLst/>
                <a:uFillTx/>
                <a:latin typeface="Calibri" panose="020F0502020204030204" charset="0"/>
                <a:ea typeface="Calibri" panose="020F0502020204030204" charset="0"/>
                <a:sym typeface="+mn-ea"/>
              </a:endParaRPr>
            </a:p>
            <a:p>
              <a:pPr algn="ctr">
                <a:lnSpc>
                  <a:spcPct val="110000"/>
                </a:lnSpc>
              </a:pPr>
              <a:r>
                <a:rPr lang="en-IN" altLang="en-US" sz="1500" kern="0" cap="all" dirty="0">
                  <a:solidFill>
                    <a:srgbClr val="4C2F10"/>
                  </a:solidFill>
                  <a:effectLst/>
                  <a:uFillTx/>
                  <a:latin typeface="Calibri" panose="020F0502020204030204" charset="0"/>
                  <a:ea typeface="Calibri" panose="020F0502020204030204" charset="0"/>
                  <a:sym typeface="+mn-ea"/>
                </a:rPr>
                <a:t>BY : MANAS YUVRAJ SURYAVANSHI</a:t>
              </a:r>
              <a:endParaRPr lang="en-IN" altLang="en-US" sz="1500" kern="0" cap="all" dirty="0">
                <a:solidFill>
                  <a:srgbClr val="4C2F10"/>
                </a:solidFill>
                <a:effectLst/>
                <a:uFillTx/>
                <a:latin typeface="Calibri" panose="020F0502020204030204" charset="0"/>
                <a:ea typeface="Calibri" panose="020F0502020204030204" charset="0"/>
                <a:sym typeface="+mn-ea"/>
              </a:endParaRPr>
            </a:p>
            <a:p>
              <a:pPr algn="ctr">
                <a:lnSpc>
                  <a:spcPct val="110000"/>
                </a:lnSpc>
              </a:pPr>
              <a:r>
                <a:rPr lang="en-IN" altLang="en-US" sz="1500" kern="0" cap="all" dirty="0">
                  <a:solidFill>
                    <a:srgbClr val="4C2F10"/>
                  </a:solidFill>
                  <a:effectLst/>
                  <a:uFillTx/>
                  <a:latin typeface="Calibri" panose="020F0502020204030204" charset="0"/>
                  <a:ea typeface="Calibri" panose="020F0502020204030204" charset="0"/>
                  <a:sym typeface="+mn-ea"/>
                </a:rPr>
                <a:t>P COMPS</a:t>
              </a:r>
              <a:endParaRPr lang="en-IN" altLang="en-US" sz="1500" kern="0" cap="all" dirty="0">
                <a:solidFill>
                  <a:srgbClr val="4C2F10"/>
                </a:solidFill>
                <a:effectLst/>
                <a:uFillTx/>
                <a:latin typeface="Calibri" panose="020F0502020204030204" charset="0"/>
                <a:ea typeface="Calibri" panose="020F0502020204030204" charset="0"/>
                <a:sym typeface="+mn-ea"/>
              </a:endParaRPr>
            </a:p>
          </p:txBody>
        </p:sp>
      </p:gr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5" name="矩形 4"/>
          <p:cNvSpPr/>
          <p:nvPr/>
        </p:nvSpPr>
        <p:spPr>
          <a:xfrm>
            <a:off x="680085" y="461010"/>
            <a:ext cx="10832465" cy="5935980"/>
          </a:xfrm>
          <a:prstGeom prst="rect">
            <a:avLst/>
          </a:prstGeom>
          <a:solidFill>
            <a:schemeClr val="bg1"/>
          </a:solidFill>
          <a:ln w="19050">
            <a:solidFill>
              <a:srgbClr val="C189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ea typeface="Calibri" panose="020F0502020204030204" charset="0"/>
              </a:rPr>
              <a:t>  </a:t>
            </a:r>
            <a:endParaRPr lang="en-US" altLang="zh-CN">
              <a:ea typeface="Calibri" panose="020F0502020204030204" charset="0"/>
            </a:endParaRPr>
          </a:p>
        </p:txBody>
      </p:sp>
      <p:sp>
        <p:nvSpPr>
          <p:cNvPr id="2" name="PA-矩形 1"/>
          <p:cNvSpPr/>
          <p:nvPr>
            <p:custDataLst>
              <p:tags r:id="rId2"/>
            </p:custDataLst>
          </p:nvPr>
        </p:nvSpPr>
        <p:spPr>
          <a:xfrm rot="16200000">
            <a:off x="1538532" y="3203113"/>
            <a:ext cx="868102" cy="163096"/>
          </a:xfrm>
          <a:prstGeom prst="rect">
            <a:avLst/>
          </a:prstGeom>
          <a:solidFill>
            <a:srgbClr val="4C2F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304C9F"/>
              </a:solidFill>
              <a:latin typeface="方正大标宋_GBK" panose="03000509000000000000" charset="-122"/>
              <a:ea typeface="方正大标宋_GBK" panose="03000509000000000000" charset="-122"/>
            </a:endParaRPr>
          </a:p>
        </p:txBody>
      </p:sp>
      <p:grpSp>
        <p:nvGrpSpPr>
          <p:cNvPr id="4" name="PA-组合 2"/>
          <p:cNvGrpSpPr/>
          <p:nvPr>
            <p:custDataLst>
              <p:tags r:id="rId3"/>
            </p:custDataLst>
          </p:nvPr>
        </p:nvGrpSpPr>
        <p:grpSpPr>
          <a:xfrm>
            <a:off x="2201244" y="2850534"/>
            <a:ext cx="3312160" cy="976883"/>
            <a:chOff x="3178309" y="3392138"/>
            <a:chExt cx="4319510" cy="1082554"/>
          </a:xfrm>
        </p:grpSpPr>
        <p:sp>
          <p:nvSpPr>
            <p:cNvPr id="6" name="PA-文本框 3"/>
            <p:cNvSpPr txBox="1"/>
            <p:nvPr>
              <p:custDataLst>
                <p:tags r:id="rId4"/>
              </p:custDataLst>
            </p:nvPr>
          </p:nvSpPr>
          <p:spPr>
            <a:xfrm>
              <a:off x="3178309" y="3392138"/>
              <a:ext cx="4319510" cy="1021756"/>
            </a:xfrm>
            <a:prstGeom prst="rect">
              <a:avLst/>
            </a:prstGeom>
            <a:noFill/>
          </p:spPr>
          <p:txBody>
            <a:bodyPr wrap="square" rtlCol="0">
              <a:spAutoFit/>
            </a:bodyPr>
            <a:p>
              <a:pPr algn="dist"/>
              <a:r>
                <a:rPr lang="zh-CN" altLang="en-US" sz="5400" dirty="0">
                  <a:solidFill>
                    <a:srgbClr val="84685A"/>
                  </a:solidFill>
                  <a:latin typeface="Calibri" panose="020F0502020204030204" charset="0"/>
                  <a:ea typeface="Calibri" panose="020F0502020204030204" charset="0"/>
                </a:rPr>
                <a:t>CONTENTS</a:t>
              </a:r>
              <a:endParaRPr lang="zh-CN" altLang="en-US" sz="5400" dirty="0">
                <a:solidFill>
                  <a:srgbClr val="84685A"/>
                </a:solidFill>
                <a:latin typeface="Calibri" panose="020F0502020204030204" charset="0"/>
                <a:ea typeface="Calibri" panose="020F0502020204030204" charset="0"/>
              </a:endParaRPr>
            </a:p>
          </p:txBody>
        </p:sp>
        <p:sp>
          <p:nvSpPr>
            <p:cNvPr id="7" name="PA-文本框 4"/>
            <p:cNvSpPr txBox="1"/>
            <p:nvPr>
              <p:custDataLst>
                <p:tags r:id="rId5"/>
              </p:custDataLst>
            </p:nvPr>
          </p:nvSpPr>
          <p:spPr>
            <a:xfrm>
              <a:off x="3349732" y="4066553"/>
              <a:ext cx="2497586" cy="408139"/>
            </a:xfrm>
            <a:prstGeom prst="rect">
              <a:avLst/>
            </a:prstGeom>
            <a:noFill/>
          </p:spPr>
          <p:txBody>
            <a:bodyPr wrap="square" rtlCol="0">
              <a:spAutoFit/>
            </a:bodyPr>
            <a:p>
              <a:endParaRPr lang="en-US" altLang="zh-CN" dirty="0">
                <a:solidFill>
                  <a:srgbClr val="84685A"/>
                </a:solidFill>
                <a:latin typeface="Calibri" panose="020F0502020204030204" charset="0"/>
                <a:ea typeface="Calibri" panose="020F0502020204030204" charset="0"/>
              </a:endParaRPr>
            </a:p>
          </p:txBody>
        </p:sp>
      </p:grpSp>
      <p:sp>
        <p:nvSpPr>
          <p:cNvPr id="8" name="PA-MH_Other_1"/>
          <p:cNvSpPr/>
          <p:nvPr>
            <p:custDataLst>
              <p:tags r:id="rId6"/>
            </p:custDataLst>
          </p:nvPr>
        </p:nvSpPr>
        <p:spPr>
          <a:xfrm>
            <a:off x="6327049" y="936141"/>
            <a:ext cx="727984" cy="729500"/>
          </a:xfrm>
          <a:prstGeom prst="ellipse">
            <a:avLst/>
          </a:prstGeom>
          <a:solidFill>
            <a:srgbClr val="84685A"/>
          </a:solidFill>
          <a:ln w="57150" cap="flat" cmpd="sng" algn="ctr">
            <a:noFill/>
            <a:prstDash val="solid"/>
          </a:ln>
          <a:effectLst/>
        </p:spPr>
        <p:txBody>
          <a:bodyPr lIns="0" tIns="0" rIns="0" bIns="0" anchor="ctr"/>
          <a:p>
            <a:pPr algn="ctr">
              <a:defRPr/>
            </a:pPr>
            <a:r>
              <a:rPr lang="en-US" altLang="zh-CN" sz="3600" kern="0" dirty="0">
                <a:solidFill>
                  <a:schemeClr val="bg1"/>
                </a:solidFill>
                <a:latin typeface="方正大标宋_GBK" panose="03000509000000000000" charset="-122"/>
                <a:ea typeface="方正大标宋_GBK" panose="03000509000000000000" charset="-122"/>
                <a:sym typeface="Arial" panose="020B0604020202020204" pitchFamily="34" charset="0"/>
              </a:rPr>
              <a:t>1</a:t>
            </a:r>
            <a:endParaRPr lang="en-US" altLang="zh-CN" sz="3600" kern="0" dirty="0">
              <a:solidFill>
                <a:schemeClr val="bg1"/>
              </a:solidFill>
              <a:latin typeface="方正大标宋_GBK" panose="03000509000000000000" charset="-122"/>
              <a:ea typeface="方正大标宋_GBK" panose="03000509000000000000" charset="-122"/>
              <a:sym typeface="Arial" panose="020B0604020202020204" pitchFamily="34" charset="0"/>
            </a:endParaRPr>
          </a:p>
        </p:txBody>
      </p:sp>
      <p:sp>
        <p:nvSpPr>
          <p:cNvPr id="9" name="PA-MH_Other_2"/>
          <p:cNvSpPr/>
          <p:nvPr>
            <p:custDataLst>
              <p:tags r:id="rId7"/>
            </p:custDataLst>
          </p:nvPr>
        </p:nvSpPr>
        <p:spPr>
          <a:xfrm>
            <a:off x="6327049" y="1900497"/>
            <a:ext cx="727984" cy="729500"/>
          </a:xfrm>
          <a:prstGeom prst="ellipse">
            <a:avLst/>
          </a:prstGeom>
          <a:solidFill>
            <a:srgbClr val="84685A"/>
          </a:solidFill>
          <a:ln w="57150" cap="flat" cmpd="sng" algn="ctr">
            <a:noFill/>
            <a:prstDash val="solid"/>
          </a:ln>
          <a:effectLst/>
        </p:spPr>
        <p:txBody>
          <a:bodyPr lIns="0" tIns="0" rIns="0" bIns="0" anchor="ctr"/>
          <a:p>
            <a:pPr algn="ctr">
              <a:defRPr/>
            </a:pPr>
            <a:r>
              <a:rPr lang="en-US" altLang="zh-CN" sz="3600" kern="0" dirty="0">
                <a:solidFill>
                  <a:schemeClr val="bg1"/>
                </a:solidFill>
                <a:latin typeface="方正大标宋_GBK" panose="03000509000000000000" charset="-122"/>
                <a:ea typeface="方正大标宋_GBK" panose="03000509000000000000" charset="-122"/>
                <a:sym typeface="Arial" panose="020B0604020202020204" pitchFamily="34" charset="0"/>
              </a:rPr>
              <a:t>2</a:t>
            </a:r>
            <a:endParaRPr lang="en-US" altLang="zh-CN" sz="3600" kern="0" dirty="0">
              <a:solidFill>
                <a:schemeClr val="bg1"/>
              </a:solidFill>
              <a:latin typeface="方正大标宋_GBK" panose="03000509000000000000" charset="-122"/>
              <a:ea typeface="方正大标宋_GBK" panose="03000509000000000000" charset="-122"/>
              <a:sym typeface="Arial" panose="020B0604020202020204" pitchFamily="34" charset="0"/>
            </a:endParaRPr>
          </a:p>
        </p:txBody>
      </p:sp>
      <p:sp>
        <p:nvSpPr>
          <p:cNvPr id="10" name="PA-MH_Other_3"/>
          <p:cNvSpPr/>
          <p:nvPr>
            <p:custDataLst>
              <p:tags r:id="rId8"/>
            </p:custDataLst>
          </p:nvPr>
        </p:nvSpPr>
        <p:spPr>
          <a:xfrm>
            <a:off x="6327049" y="2932163"/>
            <a:ext cx="727984" cy="729500"/>
          </a:xfrm>
          <a:prstGeom prst="ellipse">
            <a:avLst/>
          </a:prstGeom>
          <a:solidFill>
            <a:srgbClr val="84685A"/>
          </a:solidFill>
          <a:ln w="57150" cap="flat" cmpd="sng" algn="ctr">
            <a:noFill/>
            <a:prstDash val="solid"/>
          </a:ln>
          <a:effectLst/>
        </p:spPr>
        <p:txBody>
          <a:bodyPr lIns="0" tIns="0" rIns="0" bIns="0" anchor="ctr"/>
          <a:p>
            <a:pPr algn="ctr">
              <a:defRPr/>
            </a:pPr>
            <a:r>
              <a:rPr lang="en-US" altLang="zh-CN" sz="3600" kern="0" dirty="0">
                <a:solidFill>
                  <a:schemeClr val="bg1"/>
                </a:solidFill>
                <a:latin typeface="方正大标宋_GBK" panose="03000509000000000000" charset="-122"/>
                <a:ea typeface="方正大标宋_GBK" panose="03000509000000000000" charset="-122"/>
                <a:sym typeface="Arial" panose="020B0604020202020204" pitchFamily="34" charset="0"/>
              </a:rPr>
              <a:t>3</a:t>
            </a:r>
            <a:endParaRPr lang="en-US" altLang="zh-CN" sz="3600" kern="0" dirty="0">
              <a:solidFill>
                <a:schemeClr val="bg1"/>
              </a:solidFill>
              <a:latin typeface="方正大标宋_GBK" panose="03000509000000000000" charset="-122"/>
              <a:ea typeface="方正大标宋_GBK" panose="03000509000000000000" charset="-122"/>
              <a:sym typeface="Arial" panose="020B0604020202020204" pitchFamily="34" charset="0"/>
            </a:endParaRPr>
          </a:p>
        </p:txBody>
      </p:sp>
      <p:sp>
        <p:nvSpPr>
          <p:cNvPr id="11" name="PA-MH_Other_4"/>
          <p:cNvSpPr/>
          <p:nvPr>
            <p:custDataLst>
              <p:tags r:id="rId9"/>
            </p:custDataLst>
          </p:nvPr>
        </p:nvSpPr>
        <p:spPr>
          <a:xfrm>
            <a:off x="6327049" y="4162584"/>
            <a:ext cx="727984" cy="729500"/>
          </a:xfrm>
          <a:prstGeom prst="ellipse">
            <a:avLst/>
          </a:prstGeom>
          <a:solidFill>
            <a:srgbClr val="84685A"/>
          </a:solidFill>
          <a:ln w="57150" cap="flat" cmpd="sng" algn="ctr">
            <a:noFill/>
            <a:prstDash val="solid"/>
          </a:ln>
          <a:effectLst/>
        </p:spPr>
        <p:txBody>
          <a:bodyPr lIns="0" tIns="0" rIns="0" bIns="0" anchor="ctr"/>
          <a:p>
            <a:pPr algn="ctr">
              <a:defRPr/>
            </a:pPr>
            <a:r>
              <a:rPr lang="en-US" altLang="zh-CN" sz="3600" kern="0" dirty="0">
                <a:solidFill>
                  <a:schemeClr val="bg1"/>
                </a:solidFill>
                <a:latin typeface="方正大标宋_GBK" panose="03000509000000000000" charset="-122"/>
                <a:ea typeface="方正大标宋_GBK" panose="03000509000000000000" charset="-122"/>
                <a:sym typeface="Arial" panose="020B0604020202020204" pitchFamily="34" charset="0"/>
              </a:rPr>
              <a:t>4</a:t>
            </a:r>
            <a:endParaRPr lang="en-US" altLang="zh-CN" sz="3600" kern="0" dirty="0">
              <a:solidFill>
                <a:schemeClr val="bg1"/>
              </a:solidFill>
              <a:latin typeface="方正大标宋_GBK" panose="03000509000000000000" charset="-122"/>
              <a:ea typeface="方正大标宋_GBK" panose="03000509000000000000" charset="-122"/>
              <a:sym typeface="Arial" panose="020B0604020202020204" pitchFamily="34" charset="0"/>
            </a:endParaRPr>
          </a:p>
        </p:txBody>
      </p:sp>
      <p:sp>
        <p:nvSpPr>
          <p:cNvPr id="12" name="PA-矩形 9"/>
          <p:cNvSpPr/>
          <p:nvPr>
            <p:custDataLst>
              <p:tags r:id="rId10"/>
            </p:custDataLst>
          </p:nvPr>
        </p:nvSpPr>
        <p:spPr>
          <a:xfrm>
            <a:off x="7640320" y="940435"/>
            <a:ext cx="2826385" cy="690880"/>
          </a:xfrm>
          <a:prstGeom prst="rect">
            <a:avLst/>
          </a:prstGeom>
        </p:spPr>
        <p:txBody>
          <a:bodyPr wrap="square">
            <a:noAutofit/>
          </a:bodyPr>
          <a:p>
            <a:pPr algn="dist"/>
            <a:r>
              <a:rPr lang="en-IN" altLang="en-US" sz="3600" dirty="0">
                <a:solidFill>
                  <a:srgbClr val="84685A"/>
                </a:solidFill>
                <a:latin typeface="Calibri" panose="020F0502020204030204" charset="0"/>
                <a:ea typeface="Calibri" panose="020F0502020204030204" charset="0"/>
                <a:sym typeface="Arial" panose="020B0604020202020204" pitchFamily="34" charset="0"/>
              </a:rPr>
              <a:t>ENZYME</a:t>
            </a:r>
            <a:endParaRPr lang="en-IN" altLang="en-US" sz="3600" dirty="0">
              <a:solidFill>
                <a:srgbClr val="84685A"/>
              </a:solidFill>
              <a:latin typeface="Calibri" panose="020F0502020204030204" charset="0"/>
              <a:ea typeface="Calibri" panose="020F0502020204030204" charset="0"/>
              <a:sym typeface="Arial" panose="020B0604020202020204" pitchFamily="34" charset="0"/>
            </a:endParaRPr>
          </a:p>
        </p:txBody>
      </p:sp>
      <p:sp>
        <p:nvSpPr>
          <p:cNvPr id="14" name="PA-矩形 11"/>
          <p:cNvSpPr/>
          <p:nvPr>
            <p:custDataLst>
              <p:tags r:id="rId11"/>
            </p:custDataLst>
          </p:nvPr>
        </p:nvSpPr>
        <p:spPr>
          <a:xfrm>
            <a:off x="7640320" y="1931035"/>
            <a:ext cx="2826385" cy="645160"/>
          </a:xfrm>
          <a:prstGeom prst="rect">
            <a:avLst/>
          </a:prstGeom>
        </p:spPr>
        <p:txBody>
          <a:bodyPr wrap="square">
            <a:spAutoFit/>
          </a:bodyPr>
          <a:p>
            <a:pPr algn="dist"/>
            <a:r>
              <a:rPr lang="en-IN" altLang="en-US" sz="3600" dirty="0">
                <a:solidFill>
                  <a:srgbClr val="84685A"/>
                </a:solidFill>
                <a:latin typeface="Calibri" panose="020F0502020204030204" charset="0"/>
                <a:ea typeface="Calibri" panose="020F0502020204030204" charset="0"/>
                <a:sym typeface="Arial" panose="020B0604020202020204" pitchFamily="34" charset="0"/>
              </a:rPr>
              <a:t>RENNET</a:t>
            </a:r>
            <a:endParaRPr lang="en-IN" altLang="en-US" sz="3600" dirty="0">
              <a:solidFill>
                <a:srgbClr val="84685A"/>
              </a:solidFill>
              <a:latin typeface="Calibri" panose="020F0502020204030204" charset="0"/>
              <a:ea typeface="Calibri" panose="020F0502020204030204" charset="0"/>
              <a:sym typeface="Arial" panose="020B0604020202020204" pitchFamily="34" charset="0"/>
            </a:endParaRPr>
          </a:p>
        </p:txBody>
      </p:sp>
      <p:sp>
        <p:nvSpPr>
          <p:cNvPr id="17" name="PA-矩形 13"/>
          <p:cNvSpPr/>
          <p:nvPr>
            <p:custDataLst>
              <p:tags r:id="rId12"/>
            </p:custDataLst>
          </p:nvPr>
        </p:nvSpPr>
        <p:spPr>
          <a:xfrm>
            <a:off x="7569835" y="2653030"/>
            <a:ext cx="2826385" cy="1383665"/>
          </a:xfrm>
          <a:prstGeom prst="rect">
            <a:avLst/>
          </a:prstGeom>
        </p:spPr>
        <p:txBody>
          <a:bodyPr wrap="square">
            <a:spAutoFit/>
          </a:bodyPr>
          <a:p>
            <a:pPr algn="dist"/>
            <a:r>
              <a:rPr lang="en-IN" altLang="zh-CN" sz="2800" dirty="0">
                <a:solidFill>
                  <a:srgbClr val="84685A"/>
                </a:solidFill>
                <a:latin typeface="Calibri" panose="020F0502020204030204" charset="0"/>
                <a:ea typeface="Calibri" panose="020F0502020204030204" charset="0"/>
                <a:sym typeface="Arial" panose="020B0604020202020204" pitchFamily="34" charset="0"/>
              </a:rPr>
              <a:t>INDUSTRIAL APPLICATION </a:t>
            </a:r>
            <a:r>
              <a:rPr lang="en-US" altLang="en-IN" sz="2800" dirty="0">
                <a:solidFill>
                  <a:srgbClr val="84685A"/>
                </a:solidFill>
                <a:latin typeface="Calibri" panose="020F0502020204030204" charset="0"/>
                <a:ea typeface="Calibri" panose="020F0502020204030204" charset="0"/>
                <a:sym typeface="Arial" panose="020B0604020202020204" pitchFamily="34" charset="0"/>
              </a:rPr>
              <a:t>AND PROCESS</a:t>
            </a:r>
            <a:r>
              <a:rPr lang="en-IN" altLang="zh-CN" sz="2800" dirty="0">
                <a:solidFill>
                  <a:srgbClr val="84685A"/>
                </a:solidFill>
                <a:latin typeface="Calibri" panose="020F0502020204030204" charset="0"/>
                <a:ea typeface="Calibri" panose="020F0502020204030204" charset="0"/>
                <a:sym typeface="Arial" panose="020B0604020202020204" pitchFamily="34" charset="0"/>
              </a:rPr>
              <a:t> </a:t>
            </a:r>
            <a:endParaRPr lang="en-IN" altLang="zh-CN" sz="2800" dirty="0">
              <a:solidFill>
                <a:srgbClr val="84685A"/>
              </a:solidFill>
              <a:latin typeface="Calibri" panose="020F0502020204030204" charset="0"/>
              <a:ea typeface="Calibri" panose="020F0502020204030204" charset="0"/>
              <a:sym typeface="Arial" panose="020B0604020202020204" pitchFamily="34" charset="0"/>
            </a:endParaRPr>
          </a:p>
        </p:txBody>
      </p:sp>
      <p:sp>
        <p:nvSpPr>
          <p:cNvPr id="21" name="PA-矩形 16"/>
          <p:cNvSpPr/>
          <p:nvPr>
            <p:custDataLst>
              <p:tags r:id="rId13"/>
            </p:custDataLst>
          </p:nvPr>
        </p:nvSpPr>
        <p:spPr>
          <a:xfrm>
            <a:off x="7569835" y="5444490"/>
            <a:ext cx="2826385" cy="583565"/>
          </a:xfrm>
          <a:prstGeom prst="rect">
            <a:avLst/>
          </a:prstGeom>
        </p:spPr>
        <p:txBody>
          <a:bodyPr wrap="square">
            <a:spAutoFit/>
          </a:bodyPr>
          <a:p>
            <a:pPr algn="dist"/>
            <a:r>
              <a:rPr lang="en-IN" altLang="zh-CN" sz="3200" dirty="0">
                <a:solidFill>
                  <a:srgbClr val="84685A"/>
                </a:solidFill>
                <a:latin typeface="Calibri" panose="020F0502020204030204" charset="0"/>
                <a:ea typeface="Calibri" panose="020F0502020204030204" charset="0"/>
                <a:sym typeface="Arial" panose="020B0604020202020204" pitchFamily="34" charset="0"/>
              </a:rPr>
              <a:t>BIBLIOGRAPHY</a:t>
            </a:r>
            <a:endParaRPr lang="en-IN" altLang="zh-CN" sz="3200" dirty="0">
              <a:solidFill>
                <a:srgbClr val="84685A"/>
              </a:solidFill>
              <a:latin typeface="Calibri" panose="020F0502020204030204" charset="0"/>
              <a:ea typeface="Calibri" panose="020F0502020204030204" charset="0"/>
              <a:sym typeface="Arial" panose="020B0604020202020204" pitchFamily="34" charset="0"/>
            </a:endParaRPr>
          </a:p>
        </p:txBody>
      </p:sp>
      <p:sp>
        <p:nvSpPr>
          <p:cNvPr id="3" name="PA-MH_Other_4"/>
          <p:cNvSpPr/>
          <p:nvPr>
            <p:custDataLst>
              <p:tags r:id="rId14"/>
            </p:custDataLst>
          </p:nvPr>
        </p:nvSpPr>
        <p:spPr>
          <a:xfrm>
            <a:off x="6327049" y="5300504"/>
            <a:ext cx="727984" cy="729500"/>
          </a:xfrm>
          <a:prstGeom prst="ellipse">
            <a:avLst/>
          </a:prstGeom>
          <a:solidFill>
            <a:srgbClr val="84685A"/>
          </a:solidFill>
          <a:ln w="57150" cap="flat" cmpd="sng" algn="ctr">
            <a:noFill/>
            <a:prstDash val="solid"/>
          </a:ln>
          <a:effectLst/>
        </p:spPr>
        <p:txBody>
          <a:bodyPr lIns="0" tIns="0" rIns="0" bIns="0" anchor="ctr"/>
          <a:p>
            <a:pPr algn="ctr">
              <a:defRPr/>
            </a:pPr>
            <a:r>
              <a:rPr lang="en-US" altLang="zh-CN" sz="3600" kern="0" dirty="0">
                <a:solidFill>
                  <a:schemeClr val="bg1"/>
                </a:solidFill>
                <a:latin typeface="方正大标宋_GBK" panose="03000509000000000000" charset="-122"/>
                <a:ea typeface="方正大标宋_GBK" panose="03000509000000000000" charset="-122"/>
                <a:sym typeface="Arial" panose="020B0604020202020204" pitchFamily="34" charset="0"/>
              </a:rPr>
              <a:t>5</a:t>
            </a:r>
            <a:endParaRPr lang="en-US" altLang="zh-CN" sz="3600" kern="0" dirty="0">
              <a:solidFill>
                <a:schemeClr val="bg1"/>
              </a:solidFill>
              <a:latin typeface="方正大标宋_GBK" panose="03000509000000000000" charset="-122"/>
              <a:ea typeface="方正大标宋_GBK" panose="03000509000000000000" charset="-122"/>
              <a:sym typeface="Arial" panose="020B0604020202020204" pitchFamily="34" charset="0"/>
            </a:endParaRPr>
          </a:p>
        </p:txBody>
      </p:sp>
      <p:sp>
        <p:nvSpPr>
          <p:cNvPr id="15" name="PA-矩形 16"/>
          <p:cNvSpPr/>
          <p:nvPr>
            <p:custDataLst>
              <p:tags r:id="rId15"/>
            </p:custDataLst>
          </p:nvPr>
        </p:nvSpPr>
        <p:spPr>
          <a:xfrm>
            <a:off x="7574915" y="4027170"/>
            <a:ext cx="2826385" cy="1322070"/>
          </a:xfrm>
          <a:prstGeom prst="rect">
            <a:avLst/>
          </a:prstGeom>
        </p:spPr>
        <p:txBody>
          <a:bodyPr wrap="square">
            <a:spAutoFit/>
          </a:bodyPr>
          <a:p>
            <a:pPr algn="dist"/>
            <a:r>
              <a:rPr lang="en-US" altLang="en-IN" sz="2000" dirty="0">
                <a:solidFill>
                  <a:srgbClr val="84685A"/>
                </a:solidFill>
                <a:latin typeface="Calibri" panose="020F0502020204030204" charset="0"/>
                <a:ea typeface="Calibri" panose="020F0502020204030204" charset="0"/>
                <a:sym typeface="Arial" panose="020B0604020202020204" pitchFamily="34" charset="0"/>
              </a:rPr>
              <a:t>ROLE AS A COMPUTER ENGINEER FOR IMPROVING THE INDUSTRY</a:t>
            </a:r>
            <a:endParaRPr lang="en-US" altLang="en-IN" sz="2000" dirty="0">
              <a:solidFill>
                <a:srgbClr val="84685A"/>
              </a:solidFill>
              <a:latin typeface="Calibri" panose="020F0502020204030204" charset="0"/>
              <a:ea typeface="Calibri" panose="020F0502020204030204" charset="0"/>
              <a:sym typeface="Arial" panose="020B0604020202020204" pitchFamily="34" charset="0"/>
            </a:endParaRPr>
          </a:p>
        </p:txBody>
      </p:sp>
    </p:spTree>
    <p:custDataLst>
      <p:tags r:id="rId1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1500"/>
                            </p:stCondLst>
                            <p:childTnLst>
                              <p:par>
                                <p:cTn id="21" presetID="2" presetClass="entr" presetSubtype="2"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1+#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53" presetClass="entr" presetSubtype="16"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childTnLst>
                          </p:cTn>
                        </p:par>
                        <p:par>
                          <p:cTn id="31" fill="hold">
                            <p:stCondLst>
                              <p:cond delay="2500"/>
                            </p:stCondLst>
                            <p:childTnLst>
                              <p:par>
                                <p:cTn id="32" presetID="2" presetClass="entr" presetSubtype="2"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childTnLst>
                          </p:cTn>
                        </p:par>
                        <p:par>
                          <p:cTn id="36" fill="hold">
                            <p:stCondLst>
                              <p:cond delay="3000"/>
                            </p:stCondLst>
                            <p:childTnLst>
                              <p:par>
                                <p:cTn id="37" presetID="53" presetClass="entr" presetSubtype="16"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ppt_w</p:attrName>
                                        </p:attrNameLst>
                                      </p:cBhvr>
                                      <p:tavLst>
                                        <p:tav tm="0">
                                          <p:val>
                                            <p:fltVal val="0"/>
                                          </p:val>
                                        </p:tav>
                                        <p:tav tm="100000">
                                          <p:val>
                                            <p:strVal val="#ppt_w"/>
                                          </p:val>
                                        </p:tav>
                                      </p:tavLst>
                                    </p:anim>
                                    <p:anim calcmode="lin" valueType="num">
                                      <p:cBhvr>
                                        <p:cTn id="40" dur="500" fill="hold"/>
                                        <p:tgtEl>
                                          <p:spTgt spid="10"/>
                                        </p:tgtEl>
                                        <p:attrNameLst>
                                          <p:attrName>ppt_h</p:attrName>
                                        </p:attrNameLst>
                                      </p:cBhvr>
                                      <p:tavLst>
                                        <p:tav tm="0">
                                          <p:val>
                                            <p:fltVal val="0"/>
                                          </p:val>
                                        </p:tav>
                                        <p:tav tm="100000">
                                          <p:val>
                                            <p:strVal val="#ppt_h"/>
                                          </p:val>
                                        </p:tav>
                                      </p:tavLst>
                                    </p:anim>
                                    <p:animEffect transition="in" filter="fade">
                                      <p:cBhvr>
                                        <p:cTn id="41" dur="500"/>
                                        <p:tgtEl>
                                          <p:spTgt spid="10"/>
                                        </p:tgtEl>
                                      </p:cBhvr>
                                    </p:animEffect>
                                  </p:childTnLst>
                                </p:cTn>
                              </p:par>
                            </p:childTnLst>
                          </p:cTn>
                        </p:par>
                        <p:par>
                          <p:cTn id="42" fill="hold">
                            <p:stCondLst>
                              <p:cond delay="3500"/>
                            </p:stCondLst>
                            <p:childTnLst>
                              <p:par>
                                <p:cTn id="43" presetID="2" presetClass="entr" presetSubtype="2" fill="hold" grpId="0" nodeType="after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1+#ppt_w/2"/>
                                          </p:val>
                                        </p:tav>
                                        <p:tav tm="100000">
                                          <p:val>
                                            <p:strVal val="#ppt_x"/>
                                          </p:val>
                                        </p:tav>
                                      </p:tavLst>
                                    </p:anim>
                                    <p:anim calcmode="lin" valueType="num">
                                      <p:cBhvr additive="base">
                                        <p:cTn id="46" dur="500" fill="hold"/>
                                        <p:tgtEl>
                                          <p:spTgt spid="17"/>
                                        </p:tgtEl>
                                        <p:attrNameLst>
                                          <p:attrName>ppt_y</p:attrName>
                                        </p:attrNameLst>
                                      </p:cBhvr>
                                      <p:tavLst>
                                        <p:tav tm="0">
                                          <p:val>
                                            <p:strVal val="#ppt_y"/>
                                          </p:val>
                                        </p:tav>
                                        <p:tav tm="100000">
                                          <p:val>
                                            <p:strVal val="#ppt_y"/>
                                          </p:val>
                                        </p:tav>
                                      </p:tavLst>
                                    </p:anim>
                                  </p:childTnLst>
                                </p:cTn>
                              </p:par>
                            </p:childTnLst>
                          </p:cTn>
                        </p:par>
                        <p:par>
                          <p:cTn id="47" fill="hold">
                            <p:stCondLst>
                              <p:cond delay="4000"/>
                            </p:stCondLst>
                            <p:childTnLst>
                              <p:par>
                                <p:cTn id="48" presetID="53" presetClass="entr" presetSubtype="16"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00" fill="hold"/>
                                        <p:tgtEl>
                                          <p:spTgt spid="11"/>
                                        </p:tgtEl>
                                        <p:attrNameLst>
                                          <p:attrName>ppt_w</p:attrName>
                                        </p:attrNameLst>
                                      </p:cBhvr>
                                      <p:tavLst>
                                        <p:tav tm="0">
                                          <p:val>
                                            <p:fltVal val="0"/>
                                          </p:val>
                                        </p:tav>
                                        <p:tav tm="100000">
                                          <p:val>
                                            <p:strVal val="#ppt_w"/>
                                          </p:val>
                                        </p:tav>
                                      </p:tavLst>
                                    </p:anim>
                                    <p:anim calcmode="lin" valueType="num">
                                      <p:cBhvr>
                                        <p:cTn id="51" dur="500" fill="hold"/>
                                        <p:tgtEl>
                                          <p:spTgt spid="11"/>
                                        </p:tgtEl>
                                        <p:attrNameLst>
                                          <p:attrName>ppt_h</p:attrName>
                                        </p:attrNameLst>
                                      </p:cBhvr>
                                      <p:tavLst>
                                        <p:tav tm="0">
                                          <p:val>
                                            <p:fltVal val="0"/>
                                          </p:val>
                                        </p:tav>
                                        <p:tav tm="100000">
                                          <p:val>
                                            <p:strVal val="#ppt_h"/>
                                          </p:val>
                                        </p:tav>
                                      </p:tavLst>
                                    </p:anim>
                                    <p:animEffect transition="in" filter="fade">
                                      <p:cBhvr>
                                        <p:cTn id="52" dur="500"/>
                                        <p:tgtEl>
                                          <p:spTgt spid="11"/>
                                        </p:tgtEl>
                                      </p:cBhvr>
                                    </p:animEffect>
                                  </p:childTnLst>
                                </p:cTn>
                              </p:par>
                            </p:childTnLst>
                          </p:cTn>
                        </p:par>
                        <p:par>
                          <p:cTn id="53" fill="hold">
                            <p:stCondLst>
                              <p:cond delay="4500"/>
                            </p:stCondLst>
                            <p:childTnLst>
                              <p:par>
                                <p:cTn id="54" presetID="2" presetClass="entr" presetSubtype="2" fill="hold" grpId="0" nodeType="afterEffect">
                                  <p:stCondLst>
                                    <p:cond delay="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1+#ppt_w/2"/>
                                          </p:val>
                                        </p:tav>
                                        <p:tav tm="100000">
                                          <p:val>
                                            <p:strVal val="#ppt_x"/>
                                          </p:val>
                                        </p:tav>
                                      </p:tavLst>
                                    </p:anim>
                                    <p:anim calcmode="lin" valueType="num">
                                      <p:cBhvr additive="base">
                                        <p:cTn id="57" dur="500" fill="hold"/>
                                        <p:tgtEl>
                                          <p:spTgt spid="21"/>
                                        </p:tgtEl>
                                        <p:attrNameLst>
                                          <p:attrName>ppt_y</p:attrName>
                                        </p:attrNameLst>
                                      </p:cBhvr>
                                      <p:tavLst>
                                        <p:tav tm="0">
                                          <p:val>
                                            <p:strVal val="#ppt_y"/>
                                          </p:val>
                                        </p:tav>
                                        <p:tav tm="100000">
                                          <p:val>
                                            <p:strVal val="#ppt_y"/>
                                          </p:val>
                                        </p:tav>
                                      </p:tavLst>
                                    </p:anim>
                                  </p:childTnLst>
                                </p:cTn>
                              </p:par>
                            </p:childTnLst>
                          </p:cTn>
                        </p:par>
                        <p:par>
                          <p:cTn id="58" fill="hold">
                            <p:stCondLst>
                              <p:cond delay="5000"/>
                            </p:stCondLst>
                            <p:childTnLst>
                              <p:par>
                                <p:cTn id="59" presetID="53" presetClass="entr" presetSubtype="16" fill="hold" grpId="0" nodeType="afterEffect">
                                  <p:stCondLst>
                                    <p:cond delay="0"/>
                                  </p:stCondLst>
                                  <p:childTnLst>
                                    <p:set>
                                      <p:cBhvr>
                                        <p:cTn id="60" dur="1" fill="hold">
                                          <p:stCondLst>
                                            <p:cond delay="0"/>
                                          </p:stCondLst>
                                        </p:cTn>
                                        <p:tgtEl>
                                          <p:spTgt spid="3"/>
                                        </p:tgtEl>
                                        <p:attrNameLst>
                                          <p:attrName>style.visibility</p:attrName>
                                        </p:attrNameLst>
                                      </p:cBhvr>
                                      <p:to>
                                        <p:strVal val="visible"/>
                                      </p:to>
                                    </p:set>
                                    <p:anim calcmode="lin" valueType="num">
                                      <p:cBhvr>
                                        <p:cTn id="61" dur="500" fill="hold"/>
                                        <p:tgtEl>
                                          <p:spTgt spid="3"/>
                                        </p:tgtEl>
                                        <p:attrNameLst>
                                          <p:attrName>ppt_w</p:attrName>
                                        </p:attrNameLst>
                                      </p:cBhvr>
                                      <p:tavLst>
                                        <p:tav tm="0">
                                          <p:val>
                                            <p:fltVal val="0"/>
                                          </p:val>
                                        </p:tav>
                                        <p:tav tm="100000">
                                          <p:val>
                                            <p:strVal val="#ppt_w"/>
                                          </p:val>
                                        </p:tav>
                                      </p:tavLst>
                                    </p:anim>
                                    <p:anim calcmode="lin" valueType="num">
                                      <p:cBhvr>
                                        <p:cTn id="62" dur="500" fill="hold"/>
                                        <p:tgtEl>
                                          <p:spTgt spid="3"/>
                                        </p:tgtEl>
                                        <p:attrNameLst>
                                          <p:attrName>ppt_h</p:attrName>
                                        </p:attrNameLst>
                                      </p:cBhvr>
                                      <p:tavLst>
                                        <p:tav tm="0">
                                          <p:val>
                                            <p:fltVal val="0"/>
                                          </p:val>
                                        </p:tav>
                                        <p:tav tm="100000">
                                          <p:val>
                                            <p:strVal val="#ppt_h"/>
                                          </p:val>
                                        </p:tav>
                                      </p:tavLst>
                                    </p:anim>
                                    <p:animEffect transition="in" filter="fade">
                                      <p:cBhvr>
                                        <p:cTn id="63" dur="500"/>
                                        <p:tgtEl>
                                          <p:spTgt spid="3"/>
                                        </p:tgtEl>
                                      </p:cBhvr>
                                    </p:animEffect>
                                  </p:childTnLst>
                                </p:cTn>
                              </p:par>
                            </p:childTnLst>
                          </p:cTn>
                        </p:par>
                        <p:par>
                          <p:cTn id="64" fill="hold">
                            <p:stCondLst>
                              <p:cond delay="5500"/>
                            </p:stCondLst>
                            <p:childTnLst>
                              <p:par>
                                <p:cTn id="65" presetID="2" presetClass="entr" presetSubtype="2" fill="hold" grpId="0" nodeType="after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1+#ppt_w/2"/>
                                          </p:val>
                                        </p:tav>
                                        <p:tav tm="100000">
                                          <p:val>
                                            <p:strVal val="#ppt_x"/>
                                          </p:val>
                                        </p:tav>
                                      </p:tavLst>
                                    </p:anim>
                                    <p:anim calcmode="lin" valueType="num">
                                      <p:cBhvr additive="base">
                                        <p:cTn id="68"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8" grpId="0" bldLvl="0" animBg="1"/>
      <p:bldP spid="9" grpId="0" bldLvl="0" animBg="1"/>
      <p:bldP spid="10" grpId="0" bldLvl="0" animBg="1"/>
      <p:bldP spid="11" grpId="0" bldLvl="0" animBg="1"/>
      <p:bldP spid="12" grpId="0"/>
      <p:bldP spid="14" grpId="0"/>
      <p:bldP spid="17" grpId="0"/>
      <p:bldP spid="21" grpId="0"/>
      <p:bldP spid="3" grpId="0" bldLvl="0" animBg="1"/>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5" name="矩形 4"/>
          <p:cNvSpPr/>
          <p:nvPr/>
        </p:nvSpPr>
        <p:spPr>
          <a:xfrm>
            <a:off x="309563" y="384810"/>
            <a:ext cx="11572875" cy="6104890"/>
          </a:xfrm>
          <a:prstGeom prst="rect">
            <a:avLst/>
          </a:prstGeom>
          <a:solidFill>
            <a:schemeClr val="bg1"/>
          </a:solidFill>
          <a:ln w="19050">
            <a:solidFill>
              <a:srgbClr val="C189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000">
              <a:ea typeface="Calibri" panose="020F0502020204030204" charset="0"/>
            </a:endParaRPr>
          </a:p>
        </p:txBody>
      </p:sp>
      <p:sp>
        <p:nvSpPr>
          <p:cNvPr id="15" name="PA-文本框 4"/>
          <p:cNvSpPr txBox="1"/>
          <p:nvPr>
            <p:custDataLst>
              <p:tags r:id="rId2"/>
            </p:custDataLst>
          </p:nvPr>
        </p:nvSpPr>
        <p:spPr>
          <a:xfrm>
            <a:off x="559435" y="610235"/>
            <a:ext cx="3295015" cy="706755"/>
          </a:xfrm>
          <a:prstGeom prst="rect">
            <a:avLst/>
          </a:prstGeom>
          <a:noFill/>
        </p:spPr>
        <p:txBody>
          <a:bodyPr wrap="square" rtlCol="0">
            <a:spAutoFit/>
            <a:scene3d>
              <a:camera prst="orthographicFront"/>
              <a:lightRig rig="threePt" dir="t"/>
            </a:scene3d>
            <a:sp3d contourW="12700"/>
          </a:bodyPr>
          <a:p>
            <a:pPr indent="0">
              <a:buFont typeface="Arial" panose="020B0604020202020204" pitchFamily="34" charset="0"/>
              <a:buNone/>
            </a:pPr>
            <a:r>
              <a:rPr lang="en-IN" altLang="zh-CN" sz="4000" b="1" dirty="0">
                <a:solidFill>
                  <a:srgbClr val="84685A"/>
                </a:solidFill>
                <a:latin typeface="Calibri" panose="020F0502020204030204" charset="0"/>
                <a:ea typeface="Calibri" panose="020F0502020204030204" charset="0"/>
                <a:sym typeface="Microsoft YaHei Light" panose="020B0502040204020203" pitchFamily="34" charset="-122"/>
              </a:rPr>
              <a:t>ENZYME</a:t>
            </a:r>
            <a:endParaRPr lang="en-IN" altLang="zh-CN" sz="4000" b="1" dirty="0">
              <a:solidFill>
                <a:srgbClr val="84685A"/>
              </a:solidFill>
              <a:latin typeface="Calibri" panose="020F0502020204030204" charset="0"/>
              <a:ea typeface="Calibri" panose="020F0502020204030204" charset="0"/>
              <a:sym typeface="Microsoft YaHei Light" panose="020B0502040204020203" pitchFamily="34" charset="-122"/>
            </a:endParaRPr>
          </a:p>
        </p:txBody>
      </p:sp>
      <p:sp>
        <p:nvSpPr>
          <p:cNvPr id="118" name="PA-矩形 117"/>
          <p:cNvSpPr/>
          <p:nvPr>
            <p:custDataLst>
              <p:tags r:id="rId3"/>
            </p:custDataLst>
          </p:nvPr>
        </p:nvSpPr>
        <p:spPr>
          <a:xfrm>
            <a:off x="995680" y="1402080"/>
            <a:ext cx="9674860" cy="4740910"/>
          </a:xfrm>
          <a:prstGeom prst="rect">
            <a:avLst/>
          </a:prstGeom>
        </p:spPr>
        <p:txBody>
          <a:bodyPr wrap="square">
            <a:noAutofit/>
          </a:bodyPr>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An enzyme is a protein that acts as a biological catalyst, accelerating chemical reactions without being consumed in the process. The molecules on which enzymes act are called substrates, which are converted into products. Nearly all metabolic processes within a cell depend on enzyme catalysis to occur at biologically relevant rates.</a:t>
            </a:r>
            <a:r>
              <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 </a:t>
            </a:r>
            <a:endPar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Enzymes increase the reaction rate by lowering a reaction’s activation energy, often by factors of millions.</a:t>
            </a:r>
            <a:r>
              <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 E</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nzymes do not affect the overall equilibrium of a reaction and are regenerated at the end of each cycle.</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Enzymes have widespread practical applications. In industry, they are used to catalyze the production of antibiotics and other complex molecules. In everyday life, enzymes in biological washing powders break down protein, starch, and fat stains, enhancing cleaning performance.</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0" marR="0" lvl="0" indent="0" algn="l" defTabSz="914400" rtl="0" eaLnBrk="1" fontAlgn="auto" latinLnBrk="0" hangingPunct="1">
              <a:lnSpc>
                <a:spcPct val="130000"/>
              </a:lnSpc>
              <a:spcBef>
                <a:spcPts val="0"/>
              </a:spcBef>
              <a:spcAft>
                <a:spcPts val="0"/>
              </a:spcAft>
              <a:buClrTx/>
              <a:buSzTx/>
              <a:buFontTx/>
              <a:buNone/>
              <a:defRPr/>
            </a:pPr>
            <a:endParaRPr kumimoji="0" lang="zh-C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lt"/>
            </a:endParaRPr>
          </a:p>
        </p:txBody>
      </p:sp>
    </p:spTree>
    <p:custDataLst>
      <p:tags r:id="rId4"/>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5" name="矩形 4"/>
          <p:cNvSpPr/>
          <p:nvPr/>
        </p:nvSpPr>
        <p:spPr>
          <a:xfrm>
            <a:off x="309563" y="376555"/>
            <a:ext cx="11572875" cy="6104890"/>
          </a:xfrm>
          <a:prstGeom prst="rect">
            <a:avLst/>
          </a:prstGeom>
          <a:solidFill>
            <a:schemeClr val="bg1"/>
          </a:solidFill>
          <a:ln w="19050">
            <a:solidFill>
              <a:srgbClr val="C189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ea typeface="Calibri" panose="020F0502020204030204" charset="0"/>
            </a:endParaRPr>
          </a:p>
        </p:txBody>
      </p:sp>
      <p:sp>
        <p:nvSpPr>
          <p:cNvPr id="15" name="PA-文本框 4"/>
          <p:cNvSpPr txBox="1"/>
          <p:nvPr>
            <p:custDataLst>
              <p:tags r:id="rId2"/>
            </p:custDataLst>
          </p:nvPr>
        </p:nvSpPr>
        <p:spPr>
          <a:xfrm>
            <a:off x="559435" y="610235"/>
            <a:ext cx="3295015" cy="744220"/>
          </a:xfrm>
          <a:prstGeom prst="rect">
            <a:avLst/>
          </a:prstGeom>
          <a:noFill/>
        </p:spPr>
        <p:txBody>
          <a:bodyPr wrap="square" rtlCol="0">
            <a:noAutofit/>
            <a:scene3d>
              <a:camera prst="orthographicFront"/>
              <a:lightRig rig="threePt" dir="t"/>
            </a:scene3d>
            <a:sp3d contourW="12700"/>
          </a:bodyPr>
          <a:p>
            <a:r>
              <a:rPr lang="en-IN" altLang="zh-CN" sz="4000" b="1" dirty="0">
                <a:solidFill>
                  <a:srgbClr val="84685A"/>
                </a:solidFill>
                <a:latin typeface="Calibri" panose="020F0502020204030204" charset="0"/>
                <a:ea typeface="Calibri" panose="020F0502020204030204" charset="0"/>
                <a:sym typeface="Microsoft YaHei Light" panose="020B0502040204020203" pitchFamily="34" charset="-122"/>
              </a:rPr>
              <a:t>RENNET</a:t>
            </a:r>
            <a:r>
              <a:rPr lang="zh-CN" altLang="en-US" sz="2000" b="1" dirty="0">
                <a:solidFill>
                  <a:srgbClr val="84685A"/>
                </a:solidFill>
                <a:latin typeface="Calibri" panose="020F0502020204030204" charset="0"/>
                <a:ea typeface="Calibri" panose="020F0502020204030204" charset="0"/>
                <a:sym typeface="Microsoft YaHei Light" panose="020B0502040204020203" pitchFamily="34" charset="-122"/>
              </a:rPr>
              <a:t>
</a:t>
            </a:r>
            <a:endParaRPr lang="zh-CN" altLang="en-US" sz="2000" b="1" dirty="0">
              <a:solidFill>
                <a:srgbClr val="84685A"/>
              </a:solidFill>
              <a:latin typeface="Calibri" panose="020F0502020204030204" charset="0"/>
              <a:ea typeface="Calibri" panose="020F0502020204030204" charset="0"/>
              <a:sym typeface="Microsoft YaHei Light" panose="020B0502040204020203" pitchFamily="34" charset="-122"/>
            </a:endParaRPr>
          </a:p>
        </p:txBody>
      </p:sp>
      <p:sp>
        <p:nvSpPr>
          <p:cNvPr id="33" name="Text Box 32"/>
          <p:cNvSpPr txBox="1"/>
          <p:nvPr/>
        </p:nvSpPr>
        <p:spPr>
          <a:xfrm>
            <a:off x="1103630" y="1355090"/>
            <a:ext cx="6571615" cy="4649470"/>
          </a:xfrm>
          <a:prstGeom prst="rect">
            <a:avLst/>
          </a:prstGeom>
          <a:noFill/>
        </p:spPr>
        <p:txBody>
          <a:bodyPr wrap="square" rtlCol="0" anchor="t">
            <a:noAutofit/>
          </a:bodyPr>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lang="en-US" altLang="en-US" sz="190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Rennet is an enzyme derived typically from the lining of the fourth stomach of young ruminant animals like goat, lambs, calves, etc. It is only found in the young animals which still depend on milk as their basic source for food. </a:t>
            </a:r>
            <a:endParaRPr lang="en-US" altLang="en-US" sz="190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Apart from animals, evidence suggests that this enzyme is also present in certain plants such as artichokes, nettles, </a:t>
            </a:r>
            <a:r>
              <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etc</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 The enzyme from plant source is often used for making cheese for vegetarian diet. </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Casein is one of the main proteins in milk and the action of rennet enzyme causes this protein to fuse with other casein molecules thereby forming a network and causing milk coagulation.</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p:txBody>
      </p:sp>
      <p:pic>
        <p:nvPicPr>
          <p:cNvPr id="45" name="Content Placeholder 44" descr="liquidrennet75_25"/>
          <p:cNvPicPr>
            <a:picLocks noChangeAspect="1"/>
          </p:cNvPicPr>
          <p:nvPr>
            <p:ph sz="quarter" idx="13"/>
          </p:nvPr>
        </p:nvPicPr>
        <p:blipFill>
          <a:blip r:embed="rId3"/>
          <a:srcRect/>
          <a:stretch>
            <a:fillRect/>
          </a:stretch>
        </p:blipFill>
        <p:spPr>
          <a:xfrm>
            <a:off x="8609330" y="859790"/>
            <a:ext cx="2270760" cy="5433695"/>
          </a:xfrm>
        </p:spPr>
      </p:pic>
    </p:spTree>
    <p:custDataLst>
      <p:tags r:id="rId4"/>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4" name="Title 23"/>
          <p:cNvSpPr>
            <a:spLocks noGrp="1"/>
          </p:cNvSpPr>
          <p:nvPr>
            <p:ph type="title"/>
          </p:nvPr>
        </p:nvSpPr>
        <p:spPr/>
        <p:txBody>
          <a:bodyPr/>
          <a:p>
            <a:endParaRPr lang="en-US"/>
          </a:p>
        </p:txBody>
      </p:sp>
      <p:sp>
        <p:nvSpPr>
          <p:cNvPr id="5" name="矩形 4"/>
          <p:cNvSpPr/>
          <p:nvPr/>
        </p:nvSpPr>
        <p:spPr>
          <a:xfrm>
            <a:off x="309563" y="376555"/>
            <a:ext cx="11572875" cy="6104890"/>
          </a:xfrm>
          <a:prstGeom prst="rect">
            <a:avLst/>
          </a:prstGeom>
          <a:solidFill>
            <a:schemeClr val="bg1"/>
          </a:solidFill>
          <a:ln w="19050">
            <a:solidFill>
              <a:srgbClr val="C189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ea typeface="Calibri" panose="020F0502020204030204" charset="0"/>
            </a:endParaRPr>
          </a:p>
        </p:txBody>
      </p:sp>
      <p:sp>
        <p:nvSpPr>
          <p:cNvPr id="15" name="PA-文本框 4"/>
          <p:cNvSpPr txBox="1"/>
          <p:nvPr>
            <p:custDataLst>
              <p:tags r:id="rId2"/>
            </p:custDataLst>
          </p:nvPr>
        </p:nvSpPr>
        <p:spPr>
          <a:xfrm>
            <a:off x="559435" y="610235"/>
            <a:ext cx="11045825" cy="782955"/>
          </a:xfrm>
          <a:prstGeom prst="rect">
            <a:avLst/>
          </a:prstGeom>
          <a:noFill/>
        </p:spPr>
        <p:txBody>
          <a:bodyPr wrap="square" rtlCol="0">
            <a:noAutofit/>
            <a:scene3d>
              <a:camera prst="orthographicFront"/>
              <a:lightRig rig="threePt" dir="t"/>
            </a:scene3d>
            <a:sp3d contourW="12700"/>
          </a:bodyPr>
          <a:p>
            <a:r>
              <a:rPr lang="en-IN" altLang="zh-CN" sz="4000" b="1" dirty="0">
                <a:solidFill>
                  <a:srgbClr val="84685A"/>
                </a:solidFill>
                <a:latin typeface="Calibri" panose="020F0502020204030204" charset="0"/>
                <a:ea typeface="Calibri" panose="020F0502020204030204" charset="0"/>
                <a:sym typeface="Microsoft YaHei Light" panose="020B0502040204020203" pitchFamily="34" charset="-122"/>
              </a:rPr>
              <a:t>INDUSTRIAL APPLICATION OF RENNET - CHEESE</a:t>
            </a:r>
            <a:r>
              <a:rPr lang="zh-CN" altLang="en-US" sz="4000" b="1" dirty="0">
                <a:solidFill>
                  <a:srgbClr val="84685A"/>
                </a:solidFill>
                <a:latin typeface="Calibri" panose="020F0502020204030204" charset="0"/>
                <a:ea typeface="Calibri" panose="020F0502020204030204" charset="0"/>
                <a:sym typeface="Microsoft YaHei Light" panose="020B0502040204020203" pitchFamily="34" charset="-122"/>
              </a:rPr>
              <a:t>
</a:t>
            </a:r>
            <a:endParaRPr lang="zh-CN" altLang="en-US" sz="4000" b="1" dirty="0">
              <a:solidFill>
                <a:srgbClr val="84685A"/>
              </a:solidFill>
              <a:latin typeface="Calibri" panose="020F0502020204030204" charset="0"/>
              <a:ea typeface="Calibri" panose="020F0502020204030204" charset="0"/>
              <a:sym typeface="Microsoft YaHei Light" panose="020B0502040204020203" pitchFamily="34" charset="-122"/>
            </a:endParaRPr>
          </a:p>
        </p:txBody>
      </p:sp>
      <p:sp>
        <p:nvSpPr>
          <p:cNvPr id="20" name="PA-矩形 29715"/>
          <p:cNvSpPr/>
          <p:nvPr>
            <p:custDataLst>
              <p:tags r:id="rId3"/>
            </p:custDataLst>
          </p:nvPr>
        </p:nvSpPr>
        <p:spPr>
          <a:xfrm flipH="1">
            <a:off x="8778875" y="4905375"/>
            <a:ext cx="2268220" cy="1390015"/>
          </a:xfrm>
          <a:prstGeom prst="rect">
            <a:avLst/>
          </a:prstGeom>
          <a:noFill/>
          <a:ln w="9525">
            <a:noFill/>
          </a:ln>
        </p:spPr>
        <p:txBody>
          <a:bodyPr lIns="0" tIns="0" rIns="0" bIns="0">
            <a:spAutoFit/>
          </a:bodyPr>
          <a:p>
            <a:pPr lvl="0"/>
            <a:r>
              <a:rPr lang="zh-CN" altLang="en-US" sz="2800" b="1" dirty="0">
                <a:solidFill>
                  <a:srgbClr val="FFFFFF"/>
                </a:solidFill>
                <a:latin typeface="Calibri" panose="020F0502020204030204" charset="0"/>
                <a:ea typeface="Calibri" panose="020F0502020204030204" charset="0"/>
              </a:rPr>
              <a:t>0</a:t>
            </a:r>
            <a:r>
              <a:rPr lang="en-US" altLang="zh-CN" sz="2800" b="1" dirty="0">
                <a:solidFill>
                  <a:srgbClr val="FFFFFF"/>
                </a:solidFill>
                <a:latin typeface="Calibri" panose="020F0502020204030204" charset="0"/>
                <a:ea typeface="Calibri" panose="020F0502020204030204" charset="0"/>
              </a:rPr>
              <a:t>2</a:t>
            </a:r>
            <a:r>
              <a:rPr lang="zh-CN" altLang="en-US" sz="900" b="1" dirty="0">
                <a:solidFill>
                  <a:srgbClr val="FFFFFF"/>
                </a:solidFill>
                <a:latin typeface="Calibri" panose="020F0502020204030204" charset="0"/>
                <a:ea typeface="Calibri" panose="020F0502020204030204" charset="0"/>
              </a:rPr>
              <a:t> </a:t>
            </a:r>
            <a:r>
              <a:rPr lang="zh-CN" altLang="en-US" sz="1600" b="1" dirty="0">
                <a:solidFill>
                  <a:srgbClr val="FFFFFF"/>
                </a:solidFill>
                <a:latin typeface="Calibri" panose="020F0502020204030204" charset="0"/>
                <a:ea typeface="Calibri" panose="020F0502020204030204" charset="0"/>
              </a:rPr>
              <a:t>Enter title</a:t>
            </a:r>
            <a:endParaRPr lang="zh-CN" altLang="en-US" sz="5400" b="1" dirty="0">
              <a:solidFill>
                <a:srgbClr val="FFFFFF"/>
              </a:solidFill>
              <a:latin typeface="Calibri" panose="020F0502020204030204" charset="0"/>
              <a:ea typeface="Calibri" panose="020F0502020204030204" charset="0"/>
            </a:endParaRPr>
          </a:p>
          <a:p>
            <a:pPr lvl="0" algn="just">
              <a:lnSpc>
                <a:spcPct val="130000"/>
              </a:lnSpc>
            </a:pPr>
            <a:r>
              <a:rPr lang="zh-CN" altLang="en-US" sz="1200" dirty="0">
                <a:solidFill>
                  <a:srgbClr val="FFFFFF"/>
                </a:solidFill>
                <a:latin typeface="Calibri" panose="020F0502020204030204" charset="0"/>
                <a:ea typeface="Calibri" panose="020F0502020204030204" charset="0"/>
              </a:rPr>
              <a:t>Click here to add content of the text，and briefly explain your point of view
</a:t>
            </a:r>
            <a:endParaRPr lang="zh-CN" altLang="en-US" sz="1200" dirty="0">
              <a:solidFill>
                <a:srgbClr val="FFFFFF"/>
              </a:solidFill>
              <a:latin typeface="Calibri" panose="020F0502020204030204" charset="0"/>
              <a:ea typeface="Calibri" panose="020F0502020204030204" charset="0"/>
            </a:endParaRPr>
          </a:p>
        </p:txBody>
      </p:sp>
      <p:sp>
        <p:nvSpPr>
          <p:cNvPr id="33" name="Text Box 32"/>
          <p:cNvSpPr txBox="1"/>
          <p:nvPr/>
        </p:nvSpPr>
        <p:spPr>
          <a:xfrm>
            <a:off x="1035050" y="1355090"/>
            <a:ext cx="6571615" cy="4649470"/>
          </a:xfrm>
          <a:prstGeom prst="rect">
            <a:avLst/>
          </a:prstGeom>
          <a:noFill/>
        </p:spPr>
        <p:txBody>
          <a:bodyPr wrap="square" rtlCol="0" anchor="t">
            <a:noAutofit/>
          </a:bodyPr>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Cheese is an extensively consumed fermented dairy product with a growing consumer demand. More than a hundred varieties of cheese are produced in the world. It is an excellent dietary source of protein, vitamins, and minerals such as calcium. The variety of cheese depends on the type of milk, the animal’s diet, the butter fat content, bacteria and mold, and the processing and aging conditions of cheese. The use of the rennet enzyme in cheese production is one of the major applications of enzymes in food processing. Rennet acts on the milk protein in two stages, by enzymatic and by nonenzymatic action that results in coagulation of milk. </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p:txBody>
      </p:sp>
      <p:pic>
        <p:nvPicPr>
          <p:cNvPr id="6" name="Content Placeholder 5" descr="Screenshot (188)"/>
          <p:cNvPicPr>
            <a:picLocks noChangeAspect="1"/>
          </p:cNvPicPr>
          <p:nvPr>
            <p:ph sz="half" idx="1"/>
          </p:nvPr>
        </p:nvPicPr>
        <p:blipFill>
          <a:blip r:embed="rId4"/>
          <a:srcRect l="9919" r="9919"/>
          <a:stretch>
            <a:fillRect/>
          </a:stretch>
        </p:blipFill>
        <p:spPr>
          <a:xfrm>
            <a:off x="8222615" y="1691005"/>
            <a:ext cx="2981960" cy="1977390"/>
          </a:xfrm>
        </p:spPr>
      </p:pic>
      <p:pic>
        <p:nvPicPr>
          <p:cNvPr id="8" name="Content Placeholder 7" descr="Screenshot (190)"/>
          <p:cNvPicPr>
            <a:picLocks noChangeAspect="1"/>
          </p:cNvPicPr>
          <p:nvPr>
            <p:ph sz="half" idx="2"/>
          </p:nvPr>
        </p:nvPicPr>
        <p:blipFill>
          <a:blip r:embed="rId5"/>
          <a:srcRect l="-3089" t="44165" r="11424"/>
          <a:stretch>
            <a:fillRect/>
          </a:stretch>
        </p:blipFill>
        <p:spPr>
          <a:xfrm>
            <a:off x="7606030" y="4070985"/>
            <a:ext cx="4079240" cy="1830705"/>
          </a:xfrm>
        </p:spPr>
      </p:pic>
    </p:spTree>
    <p:custDataLst>
      <p:tags r:id="rId6"/>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4" name="Title 23"/>
          <p:cNvSpPr>
            <a:spLocks noGrp="1"/>
          </p:cNvSpPr>
          <p:nvPr>
            <p:ph type="title"/>
          </p:nvPr>
        </p:nvSpPr>
        <p:spPr/>
        <p:txBody>
          <a:bodyPr/>
          <a:p>
            <a:endParaRPr lang="en-US"/>
          </a:p>
        </p:txBody>
      </p:sp>
      <p:sp>
        <p:nvSpPr>
          <p:cNvPr id="5" name="矩形 4"/>
          <p:cNvSpPr/>
          <p:nvPr/>
        </p:nvSpPr>
        <p:spPr>
          <a:xfrm>
            <a:off x="309563" y="376555"/>
            <a:ext cx="11572875" cy="6104890"/>
          </a:xfrm>
          <a:prstGeom prst="rect">
            <a:avLst/>
          </a:prstGeom>
          <a:solidFill>
            <a:schemeClr val="bg1"/>
          </a:solidFill>
          <a:ln w="19050">
            <a:solidFill>
              <a:srgbClr val="C189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ea typeface="Calibri" panose="020F0502020204030204" charset="0"/>
            </a:endParaRPr>
          </a:p>
        </p:txBody>
      </p:sp>
      <p:sp>
        <p:nvSpPr>
          <p:cNvPr id="15" name="PA-文本框 4"/>
          <p:cNvSpPr txBox="1"/>
          <p:nvPr>
            <p:custDataLst>
              <p:tags r:id="rId2"/>
            </p:custDataLst>
          </p:nvPr>
        </p:nvSpPr>
        <p:spPr>
          <a:xfrm>
            <a:off x="559435" y="610235"/>
            <a:ext cx="11045825" cy="782955"/>
          </a:xfrm>
          <a:prstGeom prst="rect">
            <a:avLst/>
          </a:prstGeom>
          <a:noFill/>
        </p:spPr>
        <p:txBody>
          <a:bodyPr wrap="square" rtlCol="0">
            <a:noAutofit/>
            <a:scene3d>
              <a:camera prst="orthographicFront"/>
              <a:lightRig rig="threePt" dir="t"/>
            </a:scene3d>
            <a:sp3d contourW="12700"/>
          </a:bodyPr>
          <a:p>
            <a:r>
              <a:rPr lang="en-IN" altLang="zh-CN" sz="4000" b="1" dirty="0">
                <a:solidFill>
                  <a:srgbClr val="84685A"/>
                </a:solidFill>
                <a:latin typeface="Calibri" panose="020F0502020204030204" charset="0"/>
                <a:ea typeface="Calibri" panose="020F0502020204030204" charset="0"/>
                <a:sym typeface="Microsoft YaHei Light" panose="020B0502040204020203" pitchFamily="34" charset="-122"/>
              </a:rPr>
              <a:t>INDUSTRIAL </a:t>
            </a:r>
            <a:r>
              <a:rPr lang="en-US" altLang="en-IN" sz="4000" b="1" dirty="0">
                <a:solidFill>
                  <a:srgbClr val="84685A"/>
                </a:solidFill>
                <a:latin typeface="Calibri" panose="020F0502020204030204" charset="0"/>
                <a:ea typeface="Calibri" panose="020F0502020204030204" charset="0"/>
                <a:sym typeface="Microsoft YaHei Light" panose="020B0502040204020203" pitchFamily="34" charset="-122"/>
              </a:rPr>
              <a:t>PROCESS</a:t>
            </a:r>
            <a:r>
              <a:rPr lang="en-IN" altLang="zh-CN" sz="4000" b="1" dirty="0">
                <a:solidFill>
                  <a:srgbClr val="84685A"/>
                </a:solidFill>
                <a:latin typeface="Calibri" panose="020F0502020204030204" charset="0"/>
                <a:ea typeface="Calibri" panose="020F0502020204030204" charset="0"/>
                <a:sym typeface="Microsoft YaHei Light" panose="020B0502040204020203" pitchFamily="34" charset="-122"/>
              </a:rPr>
              <a:t> OF RENNET - CHEESE</a:t>
            </a:r>
            <a:r>
              <a:rPr lang="zh-CN" altLang="en-US" sz="4000" b="1" dirty="0">
                <a:solidFill>
                  <a:srgbClr val="84685A"/>
                </a:solidFill>
                <a:latin typeface="Calibri" panose="020F0502020204030204" charset="0"/>
                <a:ea typeface="Calibri" panose="020F0502020204030204" charset="0"/>
                <a:sym typeface="Microsoft YaHei Light" panose="020B0502040204020203" pitchFamily="34" charset="-122"/>
              </a:rPr>
              <a:t>
</a:t>
            </a:r>
            <a:endParaRPr lang="zh-CN" altLang="en-US" sz="4000" b="1" dirty="0">
              <a:solidFill>
                <a:srgbClr val="84685A"/>
              </a:solidFill>
              <a:latin typeface="Calibri" panose="020F0502020204030204" charset="0"/>
              <a:ea typeface="Calibri" panose="020F0502020204030204" charset="0"/>
              <a:sym typeface="Microsoft YaHei Light" panose="020B0502040204020203" pitchFamily="34" charset="-122"/>
            </a:endParaRPr>
          </a:p>
        </p:txBody>
      </p:sp>
      <p:sp>
        <p:nvSpPr>
          <p:cNvPr id="20" name="PA-矩形 29715"/>
          <p:cNvSpPr/>
          <p:nvPr>
            <p:custDataLst>
              <p:tags r:id="rId3"/>
            </p:custDataLst>
          </p:nvPr>
        </p:nvSpPr>
        <p:spPr>
          <a:xfrm flipH="1">
            <a:off x="8778875" y="4905375"/>
            <a:ext cx="2268220" cy="1390015"/>
          </a:xfrm>
          <a:prstGeom prst="rect">
            <a:avLst/>
          </a:prstGeom>
          <a:noFill/>
          <a:ln w="9525">
            <a:noFill/>
          </a:ln>
        </p:spPr>
        <p:txBody>
          <a:bodyPr lIns="0" tIns="0" rIns="0" bIns="0">
            <a:spAutoFit/>
          </a:bodyPr>
          <a:p>
            <a:pPr lvl="0"/>
            <a:r>
              <a:rPr lang="zh-CN" altLang="en-US" sz="2800" b="1" dirty="0">
                <a:solidFill>
                  <a:srgbClr val="FFFFFF"/>
                </a:solidFill>
                <a:latin typeface="Calibri" panose="020F0502020204030204" charset="0"/>
                <a:ea typeface="Calibri" panose="020F0502020204030204" charset="0"/>
              </a:rPr>
              <a:t>0</a:t>
            </a:r>
            <a:r>
              <a:rPr lang="en-US" altLang="zh-CN" sz="2800" b="1" dirty="0">
                <a:solidFill>
                  <a:srgbClr val="FFFFFF"/>
                </a:solidFill>
                <a:latin typeface="Calibri" panose="020F0502020204030204" charset="0"/>
                <a:ea typeface="Calibri" panose="020F0502020204030204" charset="0"/>
              </a:rPr>
              <a:t>2</a:t>
            </a:r>
            <a:r>
              <a:rPr lang="zh-CN" altLang="en-US" sz="900" b="1" dirty="0">
                <a:solidFill>
                  <a:srgbClr val="FFFFFF"/>
                </a:solidFill>
                <a:latin typeface="Calibri" panose="020F0502020204030204" charset="0"/>
                <a:ea typeface="Calibri" panose="020F0502020204030204" charset="0"/>
              </a:rPr>
              <a:t> </a:t>
            </a:r>
            <a:r>
              <a:rPr lang="zh-CN" altLang="en-US" sz="1600" b="1" dirty="0">
                <a:solidFill>
                  <a:srgbClr val="FFFFFF"/>
                </a:solidFill>
                <a:latin typeface="Calibri" panose="020F0502020204030204" charset="0"/>
                <a:ea typeface="Calibri" panose="020F0502020204030204" charset="0"/>
              </a:rPr>
              <a:t>Enter title</a:t>
            </a:r>
            <a:endParaRPr lang="zh-CN" altLang="en-US" sz="5400" b="1" dirty="0">
              <a:solidFill>
                <a:srgbClr val="FFFFFF"/>
              </a:solidFill>
              <a:latin typeface="Calibri" panose="020F0502020204030204" charset="0"/>
              <a:ea typeface="Calibri" panose="020F0502020204030204" charset="0"/>
            </a:endParaRPr>
          </a:p>
          <a:p>
            <a:pPr lvl="0" algn="just">
              <a:lnSpc>
                <a:spcPct val="130000"/>
              </a:lnSpc>
            </a:pPr>
            <a:r>
              <a:rPr lang="zh-CN" altLang="en-US" sz="1200" dirty="0">
                <a:solidFill>
                  <a:srgbClr val="FFFFFF"/>
                </a:solidFill>
                <a:latin typeface="Calibri" panose="020F0502020204030204" charset="0"/>
                <a:ea typeface="Calibri" panose="020F0502020204030204" charset="0"/>
              </a:rPr>
              <a:t>Click here to add content of the text，and briefly explain your point of view
</a:t>
            </a:r>
            <a:endParaRPr lang="zh-CN" altLang="en-US" sz="1200" dirty="0">
              <a:solidFill>
                <a:srgbClr val="FFFFFF"/>
              </a:solidFill>
              <a:latin typeface="Calibri" panose="020F0502020204030204" charset="0"/>
              <a:ea typeface="Calibri" panose="020F0502020204030204" charset="0"/>
            </a:endParaRPr>
          </a:p>
        </p:txBody>
      </p:sp>
      <p:sp>
        <p:nvSpPr>
          <p:cNvPr id="33" name="Text Box 32"/>
          <p:cNvSpPr txBox="1"/>
          <p:nvPr/>
        </p:nvSpPr>
        <p:spPr>
          <a:xfrm>
            <a:off x="1035050" y="1355090"/>
            <a:ext cx="10318750" cy="4649470"/>
          </a:xfrm>
          <a:prstGeom prst="rect">
            <a:avLst/>
          </a:prstGeom>
          <a:noFill/>
        </p:spPr>
        <p:txBody>
          <a:bodyPr wrap="square" rtlCol="0" anchor="t">
            <a:noAutofit/>
          </a:bodyPr>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STEP 1:</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Use skim or whole milk for making cheese.</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STEP 2:</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Heat milk to 90</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F-95</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F (30</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C).</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STEP 3:</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Add rennet and stir well to evenly distribute it.</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STEP 4:</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Let the milk mixture rest undisturbed for about an hour until it gels into curds.</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STEP 5:</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Cut the curds horizontally and vertically with 1/2-inch spacing.</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STEP 6:</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Gently heat the curds to 100</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F (30</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C) for a soft cheese or 100</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F-105</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F for a harder cheese.</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p:txBody>
      </p:sp>
    </p:spTree>
    <p:custDataLst>
      <p:tags r:id="rId4"/>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4" name="Title 23"/>
          <p:cNvSpPr>
            <a:spLocks noGrp="1"/>
          </p:cNvSpPr>
          <p:nvPr>
            <p:ph type="title"/>
          </p:nvPr>
        </p:nvSpPr>
        <p:spPr/>
        <p:txBody>
          <a:bodyPr/>
          <a:p>
            <a:endParaRPr lang="en-US"/>
          </a:p>
        </p:txBody>
      </p:sp>
      <p:sp>
        <p:nvSpPr>
          <p:cNvPr id="5" name="矩形 4"/>
          <p:cNvSpPr/>
          <p:nvPr/>
        </p:nvSpPr>
        <p:spPr>
          <a:xfrm>
            <a:off x="309563" y="376555"/>
            <a:ext cx="11572875" cy="6104890"/>
          </a:xfrm>
          <a:prstGeom prst="rect">
            <a:avLst/>
          </a:prstGeom>
          <a:solidFill>
            <a:schemeClr val="bg1"/>
          </a:solidFill>
          <a:ln w="19050">
            <a:solidFill>
              <a:srgbClr val="C189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ea typeface="Calibri" panose="020F0502020204030204" charset="0"/>
            </a:endParaRPr>
          </a:p>
        </p:txBody>
      </p:sp>
      <p:sp>
        <p:nvSpPr>
          <p:cNvPr id="20" name="PA-矩形 29715"/>
          <p:cNvSpPr/>
          <p:nvPr>
            <p:custDataLst>
              <p:tags r:id="rId2"/>
            </p:custDataLst>
          </p:nvPr>
        </p:nvSpPr>
        <p:spPr>
          <a:xfrm flipH="1">
            <a:off x="8778875" y="4905375"/>
            <a:ext cx="2268220" cy="1390015"/>
          </a:xfrm>
          <a:prstGeom prst="rect">
            <a:avLst/>
          </a:prstGeom>
          <a:noFill/>
          <a:ln w="9525">
            <a:noFill/>
          </a:ln>
        </p:spPr>
        <p:txBody>
          <a:bodyPr lIns="0" tIns="0" rIns="0" bIns="0">
            <a:spAutoFit/>
          </a:bodyPr>
          <a:p>
            <a:pPr lvl="0"/>
            <a:r>
              <a:rPr lang="zh-CN" altLang="en-US" sz="2800" b="1" dirty="0">
                <a:solidFill>
                  <a:srgbClr val="FFFFFF"/>
                </a:solidFill>
                <a:latin typeface="Calibri" panose="020F0502020204030204" charset="0"/>
                <a:ea typeface="Calibri" panose="020F0502020204030204" charset="0"/>
              </a:rPr>
              <a:t>0</a:t>
            </a:r>
            <a:r>
              <a:rPr lang="en-US" altLang="zh-CN" sz="2800" b="1" dirty="0">
                <a:solidFill>
                  <a:srgbClr val="FFFFFF"/>
                </a:solidFill>
                <a:latin typeface="Calibri" panose="020F0502020204030204" charset="0"/>
                <a:ea typeface="Calibri" panose="020F0502020204030204" charset="0"/>
              </a:rPr>
              <a:t>2</a:t>
            </a:r>
            <a:r>
              <a:rPr lang="zh-CN" altLang="en-US" sz="900" b="1" dirty="0">
                <a:solidFill>
                  <a:srgbClr val="FFFFFF"/>
                </a:solidFill>
                <a:latin typeface="Calibri" panose="020F0502020204030204" charset="0"/>
                <a:ea typeface="Calibri" panose="020F0502020204030204" charset="0"/>
              </a:rPr>
              <a:t> </a:t>
            </a:r>
            <a:r>
              <a:rPr lang="zh-CN" altLang="en-US" sz="1600" b="1" dirty="0">
                <a:solidFill>
                  <a:srgbClr val="FFFFFF"/>
                </a:solidFill>
                <a:latin typeface="Calibri" panose="020F0502020204030204" charset="0"/>
                <a:ea typeface="Calibri" panose="020F0502020204030204" charset="0"/>
              </a:rPr>
              <a:t>Enter title</a:t>
            </a:r>
            <a:endParaRPr lang="zh-CN" altLang="en-US" sz="5400" b="1" dirty="0">
              <a:solidFill>
                <a:srgbClr val="FFFFFF"/>
              </a:solidFill>
              <a:latin typeface="Calibri" panose="020F0502020204030204" charset="0"/>
              <a:ea typeface="Calibri" panose="020F0502020204030204" charset="0"/>
            </a:endParaRPr>
          </a:p>
          <a:p>
            <a:pPr lvl="0" algn="just">
              <a:lnSpc>
                <a:spcPct val="130000"/>
              </a:lnSpc>
            </a:pPr>
            <a:r>
              <a:rPr lang="zh-CN" altLang="en-US" sz="1200" dirty="0">
                <a:solidFill>
                  <a:srgbClr val="FFFFFF"/>
                </a:solidFill>
                <a:latin typeface="Calibri" panose="020F0502020204030204" charset="0"/>
                <a:ea typeface="Calibri" panose="020F0502020204030204" charset="0"/>
              </a:rPr>
              <a:t>Click here to add content of the text，and briefly explain your point of view
</a:t>
            </a:r>
            <a:endParaRPr lang="zh-CN" altLang="en-US" sz="1200" dirty="0">
              <a:solidFill>
                <a:srgbClr val="FFFFFF"/>
              </a:solidFill>
              <a:latin typeface="Calibri" panose="020F0502020204030204" charset="0"/>
              <a:ea typeface="Calibri" panose="020F0502020204030204" charset="0"/>
            </a:endParaRPr>
          </a:p>
        </p:txBody>
      </p:sp>
      <p:sp>
        <p:nvSpPr>
          <p:cNvPr id="33" name="Text Box 32"/>
          <p:cNvSpPr txBox="1"/>
          <p:nvPr/>
        </p:nvSpPr>
        <p:spPr>
          <a:xfrm>
            <a:off x="901065" y="629285"/>
            <a:ext cx="10412095" cy="5408295"/>
          </a:xfrm>
          <a:prstGeom prst="rect">
            <a:avLst/>
          </a:prstGeom>
          <a:noFill/>
        </p:spPr>
        <p:txBody>
          <a:bodyPr wrap="square" rtlCol="0" anchor="t">
            <a:noAutofit/>
          </a:bodyPr>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STEP 7:</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Using colander strain the whey from the curd.</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STEP 8:</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Crumble the curds by adding salt.</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STEP 9:</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Keep the cheese at the room temperature for several days for it to age.</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STEP 10:</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Now the cheese is ready to comsume.</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p:txBody>
      </p:sp>
    </p:spTree>
    <p:custDataLst>
      <p:tags r:id="rId3"/>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4" name="Title 23"/>
          <p:cNvSpPr>
            <a:spLocks noGrp="1"/>
          </p:cNvSpPr>
          <p:nvPr>
            <p:ph type="title"/>
          </p:nvPr>
        </p:nvSpPr>
        <p:spPr/>
        <p:txBody>
          <a:bodyPr/>
          <a:p>
            <a:endParaRPr lang="en-US"/>
          </a:p>
        </p:txBody>
      </p:sp>
      <p:sp>
        <p:nvSpPr>
          <p:cNvPr id="5" name="矩形 4"/>
          <p:cNvSpPr/>
          <p:nvPr/>
        </p:nvSpPr>
        <p:spPr>
          <a:xfrm>
            <a:off x="309563" y="376555"/>
            <a:ext cx="11572875" cy="6104890"/>
          </a:xfrm>
          <a:prstGeom prst="rect">
            <a:avLst/>
          </a:prstGeom>
          <a:solidFill>
            <a:schemeClr val="bg1"/>
          </a:solidFill>
          <a:ln w="19050">
            <a:solidFill>
              <a:srgbClr val="C189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ea typeface="Calibri" panose="020F0502020204030204" charset="0"/>
            </a:endParaRPr>
          </a:p>
        </p:txBody>
      </p:sp>
      <p:sp>
        <p:nvSpPr>
          <p:cNvPr id="15" name="PA-文本框 4"/>
          <p:cNvSpPr txBox="1"/>
          <p:nvPr>
            <p:custDataLst>
              <p:tags r:id="rId2"/>
            </p:custDataLst>
          </p:nvPr>
        </p:nvSpPr>
        <p:spPr>
          <a:xfrm>
            <a:off x="559435" y="610235"/>
            <a:ext cx="11045825" cy="782955"/>
          </a:xfrm>
          <a:prstGeom prst="rect">
            <a:avLst/>
          </a:prstGeom>
          <a:noFill/>
        </p:spPr>
        <p:txBody>
          <a:bodyPr wrap="square" rtlCol="0">
            <a:noAutofit/>
            <a:scene3d>
              <a:camera prst="orthographicFront"/>
              <a:lightRig rig="threePt" dir="t"/>
            </a:scene3d>
            <a:sp3d contourW="12700"/>
          </a:bodyPr>
          <a:p>
            <a:pPr algn="ctr"/>
            <a:r>
              <a:rPr lang="en-US" altLang="zh-CN" sz="4000" b="1" dirty="0">
                <a:solidFill>
                  <a:srgbClr val="84685A"/>
                </a:solidFill>
                <a:latin typeface="Calibri" panose="020F0502020204030204" charset="0"/>
                <a:ea typeface="Calibri" panose="020F0502020204030204" charset="0"/>
                <a:sym typeface="Microsoft YaHei Light" panose="020B0502040204020203" pitchFamily="34" charset="-122"/>
              </a:rPr>
              <a:t>ROLE AS COMPUTER ENGINEER FOR IMPROVING THE INDUSTRY</a:t>
            </a:r>
            <a:r>
              <a:rPr lang="zh-CN" altLang="en-US" sz="4000" b="1" dirty="0">
                <a:solidFill>
                  <a:srgbClr val="84685A"/>
                </a:solidFill>
                <a:latin typeface="Calibri" panose="020F0502020204030204" charset="0"/>
                <a:ea typeface="Calibri" panose="020F0502020204030204" charset="0"/>
                <a:sym typeface="Microsoft YaHei Light" panose="020B0502040204020203" pitchFamily="34" charset="-122"/>
              </a:rPr>
              <a:t>
</a:t>
            </a:r>
            <a:endParaRPr lang="zh-CN" altLang="en-US" sz="4000" b="1" dirty="0">
              <a:solidFill>
                <a:srgbClr val="84685A"/>
              </a:solidFill>
              <a:latin typeface="Calibri" panose="020F0502020204030204" charset="0"/>
              <a:ea typeface="Calibri" panose="020F0502020204030204" charset="0"/>
              <a:sym typeface="Microsoft YaHei Light" panose="020B0502040204020203" pitchFamily="34" charset="-122"/>
            </a:endParaRPr>
          </a:p>
        </p:txBody>
      </p:sp>
      <p:sp>
        <p:nvSpPr>
          <p:cNvPr id="20" name="PA-矩形 29715"/>
          <p:cNvSpPr/>
          <p:nvPr>
            <p:custDataLst>
              <p:tags r:id="rId3"/>
            </p:custDataLst>
          </p:nvPr>
        </p:nvSpPr>
        <p:spPr>
          <a:xfrm flipH="1">
            <a:off x="8778875" y="4905375"/>
            <a:ext cx="2268220" cy="1390015"/>
          </a:xfrm>
          <a:prstGeom prst="rect">
            <a:avLst/>
          </a:prstGeom>
          <a:noFill/>
          <a:ln w="9525">
            <a:noFill/>
          </a:ln>
        </p:spPr>
        <p:txBody>
          <a:bodyPr lIns="0" tIns="0" rIns="0" bIns="0">
            <a:spAutoFit/>
          </a:bodyPr>
          <a:p>
            <a:pPr lvl="0"/>
            <a:r>
              <a:rPr lang="zh-CN" altLang="en-US" sz="2800" b="1" dirty="0">
                <a:solidFill>
                  <a:srgbClr val="FFFFFF"/>
                </a:solidFill>
                <a:latin typeface="Calibri" panose="020F0502020204030204" charset="0"/>
                <a:ea typeface="Calibri" panose="020F0502020204030204" charset="0"/>
              </a:rPr>
              <a:t>0</a:t>
            </a:r>
            <a:r>
              <a:rPr lang="en-US" altLang="zh-CN" sz="2800" b="1" dirty="0">
                <a:solidFill>
                  <a:srgbClr val="FFFFFF"/>
                </a:solidFill>
                <a:latin typeface="Calibri" panose="020F0502020204030204" charset="0"/>
                <a:ea typeface="Calibri" panose="020F0502020204030204" charset="0"/>
              </a:rPr>
              <a:t>2</a:t>
            </a:r>
            <a:r>
              <a:rPr lang="zh-CN" altLang="en-US" sz="900" b="1" dirty="0">
                <a:solidFill>
                  <a:srgbClr val="FFFFFF"/>
                </a:solidFill>
                <a:latin typeface="Calibri" panose="020F0502020204030204" charset="0"/>
                <a:ea typeface="Calibri" panose="020F0502020204030204" charset="0"/>
              </a:rPr>
              <a:t> </a:t>
            </a:r>
            <a:r>
              <a:rPr lang="zh-CN" altLang="en-US" sz="1600" b="1" dirty="0">
                <a:solidFill>
                  <a:srgbClr val="FFFFFF"/>
                </a:solidFill>
                <a:latin typeface="Calibri" panose="020F0502020204030204" charset="0"/>
                <a:ea typeface="Calibri" panose="020F0502020204030204" charset="0"/>
              </a:rPr>
              <a:t>Enter title</a:t>
            </a:r>
            <a:endParaRPr lang="zh-CN" altLang="en-US" sz="5400" b="1" dirty="0">
              <a:solidFill>
                <a:srgbClr val="FFFFFF"/>
              </a:solidFill>
              <a:latin typeface="Calibri" panose="020F0502020204030204" charset="0"/>
              <a:ea typeface="Calibri" panose="020F0502020204030204" charset="0"/>
            </a:endParaRPr>
          </a:p>
          <a:p>
            <a:pPr lvl="0" algn="just">
              <a:lnSpc>
                <a:spcPct val="130000"/>
              </a:lnSpc>
            </a:pPr>
            <a:r>
              <a:rPr lang="zh-CN" altLang="en-US" sz="1200" dirty="0">
                <a:solidFill>
                  <a:srgbClr val="FFFFFF"/>
                </a:solidFill>
                <a:latin typeface="Calibri" panose="020F0502020204030204" charset="0"/>
                <a:ea typeface="Calibri" panose="020F0502020204030204" charset="0"/>
              </a:rPr>
              <a:t>Click here to add content of the text，and briefly explain your point of view
</a:t>
            </a:r>
            <a:endParaRPr lang="zh-CN" altLang="en-US" sz="1200" dirty="0">
              <a:solidFill>
                <a:srgbClr val="FFFFFF"/>
              </a:solidFill>
              <a:latin typeface="Calibri" panose="020F0502020204030204" charset="0"/>
              <a:ea typeface="Calibri" panose="020F0502020204030204" charset="0"/>
            </a:endParaRPr>
          </a:p>
        </p:txBody>
      </p:sp>
      <p:sp>
        <p:nvSpPr>
          <p:cNvPr id="33" name="Text Box 32"/>
          <p:cNvSpPr txBox="1"/>
          <p:nvPr/>
        </p:nvSpPr>
        <p:spPr>
          <a:xfrm>
            <a:off x="922655" y="1893570"/>
            <a:ext cx="10318750" cy="4258945"/>
          </a:xfrm>
          <a:prstGeom prst="rect">
            <a:avLst/>
          </a:prstGeom>
          <a:noFill/>
        </p:spPr>
        <p:txBody>
          <a:bodyPr wrap="square" rtlCol="0" anchor="t">
            <a:noAutofit/>
          </a:bodyPr>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For many cheese technologists at industrial cheese factories it is a weekly recurring ritual: determining the optimal process settings for the cheese factory for the upcoming week.This is due to the varying composition of the milk that is used to make the cheese. The composition of the milk varies depending on its source and is influenced by factors such as the seasons and specific weather conditions.</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 Despite these fluctuations in milk quality, the goal is always to produce cheese of consistent quality and maximize yield. This means the production process must be continuously adjusted to the quality of the incoming milk.Therefore, many cheese manufacturers conduct a weekly analysis of current and historical data. Based on this analysis, they calculate the process settings for the production lines for the coming week to achieve optimal quality and yield.</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p:txBody>
      </p:sp>
    </p:spTree>
    <p:custDataLst>
      <p:tags r:id="rId4"/>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4" name="Title 23"/>
          <p:cNvSpPr>
            <a:spLocks noGrp="1"/>
          </p:cNvSpPr>
          <p:nvPr>
            <p:ph type="title"/>
          </p:nvPr>
        </p:nvSpPr>
        <p:spPr/>
        <p:txBody>
          <a:bodyPr/>
          <a:p>
            <a:endParaRPr lang="en-US"/>
          </a:p>
        </p:txBody>
      </p:sp>
      <p:sp>
        <p:nvSpPr>
          <p:cNvPr id="5" name="矩形 4"/>
          <p:cNvSpPr/>
          <p:nvPr/>
        </p:nvSpPr>
        <p:spPr>
          <a:xfrm>
            <a:off x="309563" y="376555"/>
            <a:ext cx="11572875" cy="6104890"/>
          </a:xfrm>
          <a:prstGeom prst="rect">
            <a:avLst/>
          </a:prstGeom>
          <a:solidFill>
            <a:schemeClr val="bg1"/>
          </a:solidFill>
          <a:ln w="19050">
            <a:solidFill>
              <a:srgbClr val="C189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ea typeface="Calibri" panose="020F0502020204030204" charset="0"/>
            </a:endParaRPr>
          </a:p>
        </p:txBody>
      </p:sp>
      <p:sp>
        <p:nvSpPr>
          <p:cNvPr id="20" name="PA-矩形 29715"/>
          <p:cNvSpPr/>
          <p:nvPr>
            <p:custDataLst>
              <p:tags r:id="rId2"/>
            </p:custDataLst>
          </p:nvPr>
        </p:nvSpPr>
        <p:spPr>
          <a:xfrm flipH="1">
            <a:off x="8778875" y="4905375"/>
            <a:ext cx="2268220" cy="1390015"/>
          </a:xfrm>
          <a:prstGeom prst="rect">
            <a:avLst/>
          </a:prstGeom>
          <a:noFill/>
          <a:ln w="9525">
            <a:noFill/>
          </a:ln>
        </p:spPr>
        <p:txBody>
          <a:bodyPr lIns="0" tIns="0" rIns="0" bIns="0">
            <a:spAutoFit/>
          </a:bodyPr>
          <a:p>
            <a:pPr lvl="0"/>
            <a:r>
              <a:rPr lang="zh-CN" altLang="en-US" sz="2800" b="1" dirty="0">
                <a:solidFill>
                  <a:srgbClr val="FFFFFF"/>
                </a:solidFill>
                <a:latin typeface="Calibri" panose="020F0502020204030204" charset="0"/>
                <a:ea typeface="Calibri" panose="020F0502020204030204" charset="0"/>
              </a:rPr>
              <a:t>0</a:t>
            </a:r>
            <a:r>
              <a:rPr lang="en-US" altLang="zh-CN" sz="2800" b="1" dirty="0">
                <a:solidFill>
                  <a:srgbClr val="FFFFFF"/>
                </a:solidFill>
                <a:latin typeface="Calibri" panose="020F0502020204030204" charset="0"/>
                <a:ea typeface="Calibri" panose="020F0502020204030204" charset="0"/>
              </a:rPr>
              <a:t>2</a:t>
            </a:r>
            <a:r>
              <a:rPr lang="zh-CN" altLang="en-US" sz="900" b="1" dirty="0">
                <a:solidFill>
                  <a:srgbClr val="FFFFFF"/>
                </a:solidFill>
                <a:latin typeface="Calibri" panose="020F0502020204030204" charset="0"/>
                <a:ea typeface="Calibri" panose="020F0502020204030204" charset="0"/>
              </a:rPr>
              <a:t> </a:t>
            </a:r>
            <a:r>
              <a:rPr lang="zh-CN" altLang="en-US" sz="1600" b="1" dirty="0">
                <a:solidFill>
                  <a:srgbClr val="FFFFFF"/>
                </a:solidFill>
                <a:latin typeface="Calibri" panose="020F0502020204030204" charset="0"/>
                <a:ea typeface="Calibri" panose="020F0502020204030204" charset="0"/>
              </a:rPr>
              <a:t>Enter title</a:t>
            </a:r>
            <a:endParaRPr lang="zh-CN" altLang="en-US" sz="5400" b="1" dirty="0">
              <a:solidFill>
                <a:srgbClr val="FFFFFF"/>
              </a:solidFill>
              <a:latin typeface="Calibri" panose="020F0502020204030204" charset="0"/>
              <a:ea typeface="Calibri" panose="020F0502020204030204" charset="0"/>
            </a:endParaRPr>
          </a:p>
          <a:p>
            <a:pPr lvl="0" algn="just">
              <a:lnSpc>
                <a:spcPct val="130000"/>
              </a:lnSpc>
            </a:pPr>
            <a:r>
              <a:rPr lang="zh-CN" altLang="en-US" sz="1200" dirty="0">
                <a:solidFill>
                  <a:srgbClr val="FFFFFF"/>
                </a:solidFill>
                <a:latin typeface="Calibri" panose="020F0502020204030204" charset="0"/>
                <a:ea typeface="Calibri" panose="020F0502020204030204" charset="0"/>
              </a:rPr>
              <a:t>Click here to add content of the text，and briefly explain your point of view
</a:t>
            </a:r>
            <a:endParaRPr lang="zh-CN" altLang="en-US" sz="1200" dirty="0">
              <a:solidFill>
                <a:srgbClr val="FFFFFF"/>
              </a:solidFill>
              <a:latin typeface="Calibri" panose="020F0502020204030204" charset="0"/>
              <a:ea typeface="Calibri" panose="020F0502020204030204" charset="0"/>
            </a:endParaRPr>
          </a:p>
        </p:txBody>
      </p:sp>
      <p:sp>
        <p:nvSpPr>
          <p:cNvPr id="33" name="Text Box 32"/>
          <p:cNvSpPr txBox="1"/>
          <p:nvPr/>
        </p:nvSpPr>
        <p:spPr>
          <a:xfrm>
            <a:off x="838835" y="784860"/>
            <a:ext cx="10514965" cy="5219700"/>
          </a:xfrm>
          <a:prstGeom prst="rect">
            <a:avLst/>
          </a:prstGeom>
          <a:noFill/>
        </p:spPr>
        <p:txBody>
          <a:bodyPr wrap="square" rtlCol="0" anchor="t">
            <a:noAutofit/>
          </a:bodyPr>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By combining the data gathered from the cheese manufacturers along with our knoweledge of artificial intelegence we can create a tool that not only enhances efficiency but also preserve the art of maiking cheese.</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p:txBody>
      </p:sp>
    </p:spTree>
    <p:custDataLst>
      <p:tags r:id="rId3"/>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5" name="矩形 4"/>
          <p:cNvSpPr/>
          <p:nvPr/>
        </p:nvSpPr>
        <p:spPr>
          <a:xfrm>
            <a:off x="309563" y="384810"/>
            <a:ext cx="11572875" cy="6104890"/>
          </a:xfrm>
          <a:prstGeom prst="rect">
            <a:avLst/>
          </a:prstGeom>
          <a:solidFill>
            <a:schemeClr val="bg1"/>
          </a:solidFill>
          <a:ln w="19050">
            <a:solidFill>
              <a:srgbClr val="C189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ea typeface="Calibri" panose="020F0502020204030204" charset="0"/>
            </a:endParaRPr>
          </a:p>
        </p:txBody>
      </p:sp>
      <p:sp>
        <p:nvSpPr>
          <p:cNvPr id="15" name="PA-文本框 4"/>
          <p:cNvSpPr txBox="1"/>
          <p:nvPr>
            <p:custDataLst>
              <p:tags r:id="rId2"/>
            </p:custDataLst>
          </p:nvPr>
        </p:nvSpPr>
        <p:spPr>
          <a:xfrm>
            <a:off x="559435" y="610235"/>
            <a:ext cx="4533900" cy="739140"/>
          </a:xfrm>
          <a:prstGeom prst="rect">
            <a:avLst/>
          </a:prstGeom>
          <a:noFill/>
        </p:spPr>
        <p:txBody>
          <a:bodyPr wrap="square" rtlCol="0">
            <a:noAutofit/>
            <a:scene3d>
              <a:camera prst="orthographicFront"/>
              <a:lightRig rig="threePt" dir="t"/>
            </a:scene3d>
            <a:sp3d contourW="12700"/>
          </a:bodyPr>
          <a:p>
            <a:r>
              <a:rPr lang="en-IN" altLang="zh-CN" sz="4000" b="1" dirty="0">
                <a:solidFill>
                  <a:srgbClr val="84685A"/>
                </a:solidFill>
                <a:latin typeface="Calibri" panose="020F0502020204030204" charset="0"/>
                <a:ea typeface="Calibri" panose="020F0502020204030204" charset="0"/>
                <a:sym typeface="Microsoft YaHei Light" panose="020B0502040204020203" pitchFamily="34" charset="-122"/>
              </a:rPr>
              <a:t>BIBLIOGRAPHY</a:t>
            </a:r>
            <a:r>
              <a:rPr lang="zh-CN" altLang="en-US" sz="2000" b="1" dirty="0">
                <a:solidFill>
                  <a:srgbClr val="84685A"/>
                </a:solidFill>
                <a:latin typeface="Calibri" panose="020F0502020204030204" charset="0"/>
                <a:ea typeface="Calibri" panose="020F0502020204030204" charset="0"/>
                <a:sym typeface="Microsoft YaHei Light" panose="020B0502040204020203" pitchFamily="34" charset="-122"/>
              </a:rPr>
              <a:t>
</a:t>
            </a:r>
            <a:endParaRPr lang="zh-CN" altLang="en-US" sz="2000" b="1" dirty="0">
              <a:solidFill>
                <a:srgbClr val="84685A"/>
              </a:solidFill>
              <a:latin typeface="Calibri" panose="020F0502020204030204" charset="0"/>
              <a:ea typeface="Calibri" panose="020F0502020204030204" charset="0"/>
              <a:sym typeface="Microsoft YaHei Light" panose="020B0502040204020203" pitchFamily="34" charset="-122"/>
            </a:endParaRPr>
          </a:p>
        </p:txBody>
      </p:sp>
      <p:sp>
        <p:nvSpPr>
          <p:cNvPr id="33" name="Text Box 32"/>
          <p:cNvSpPr txBox="1"/>
          <p:nvPr/>
        </p:nvSpPr>
        <p:spPr>
          <a:xfrm>
            <a:off x="1035050" y="1286510"/>
            <a:ext cx="10232390" cy="4649470"/>
          </a:xfrm>
          <a:prstGeom prst="rect">
            <a:avLst/>
          </a:prstGeom>
          <a:noFill/>
        </p:spPr>
        <p:txBody>
          <a:bodyPr wrap="square" rtlCol="0" anchor="t">
            <a:noAutofit/>
          </a:bodyPr>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Enzyme:</a:t>
            </a:r>
            <a:endPar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            </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https://en.wikipedia.org/wiki/Enzyme</a:t>
            </a:r>
            <a:r>
              <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 </a:t>
            </a:r>
            <a:endPar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Rennet:</a:t>
            </a:r>
            <a:endPar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            </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https://www.sciencedirect.com/topics/agricultural-and-biological-sciences/rennet</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            </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https://www.innolact.fi/wp-content/uploads/2020/10/liquidrennet75_25.jpg</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Industrial Application of Rennet:</a:t>
            </a:r>
            <a:endPar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IN"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            </a:t>
            </a: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https://www.sciencedirect.com/topics/agricultural-and-biological-sciences/rennet</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https://instamart-media-assets.swiggy.com/swiggy/image/upload/fl_lossy,f_auto,q_auto,h_600/NI_CATALOG/IMAGES/CIW/2025/5/28/8fb22958-0c7e-4200-b7e3-258c4e39956c_1604_1.png</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https://instamart-media-assets.swiggy.com/swiggy/image/upload/fl_lossy,f_auto,q_auto/NI_CATALOG/IMAGES/CIW/2025/5/28/f6e09189-8bb5-4c22-b01b-ecd9a152e1ca_1604_2.png</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p:txBody>
      </p:sp>
    </p:spTree>
    <p:custDataLst>
      <p:tags r:id="rId3"/>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4" name="Title 23"/>
          <p:cNvSpPr>
            <a:spLocks noGrp="1"/>
          </p:cNvSpPr>
          <p:nvPr>
            <p:ph type="title"/>
          </p:nvPr>
        </p:nvSpPr>
        <p:spPr/>
        <p:txBody>
          <a:bodyPr/>
          <a:p>
            <a:endParaRPr lang="en-US"/>
          </a:p>
        </p:txBody>
      </p:sp>
      <p:sp>
        <p:nvSpPr>
          <p:cNvPr id="5" name="矩形 4"/>
          <p:cNvSpPr/>
          <p:nvPr/>
        </p:nvSpPr>
        <p:spPr>
          <a:xfrm>
            <a:off x="309563" y="376555"/>
            <a:ext cx="11572875" cy="6104890"/>
          </a:xfrm>
          <a:prstGeom prst="rect">
            <a:avLst/>
          </a:prstGeom>
          <a:solidFill>
            <a:schemeClr val="bg1"/>
          </a:solidFill>
          <a:ln w="19050">
            <a:solidFill>
              <a:srgbClr val="C189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ea typeface="Calibri" panose="020F0502020204030204" charset="0"/>
            </a:endParaRPr>
          </a:p>
        </p:txBody>
      </p:sp>
      <p:sp>
        <p:nvSpPr>
          <p:cNvPr id="20" name="PA-矩形 29715"/>
          <p:cNvSpPr/>
          <p:nvPr>
            <p:custDataLst>
              <p:tags r:id="rId2"/>
            </p:custDataLst>
          </p:nvPr>
        </p:nvSpPr>
        <p:spPr>
          <a:xfrm flipH="1">
            <a:off x="8778875" y="4905375"/>
            <a:ext cx="2268220" cy="1390015"/>
          </a:xfrm>
          <a:prstGeom prst="rect">
            <a:avLst/>
          </a:prstGeom>
          <a:noFill/>
          <a:ln w="9525">
            <a:noFill/>
          </a:ln>
        </p:spPr>
        <p:txBody>
          <a:bodyPr lIns="0" tIns="0" rIns="0" bIns="0">
            <a:spAutoFit/>
          </a:bodyPr>
          <a:p>
            <a:pPr lvl="0"/>
            <a:r>
              <a:rPr lang="zh-CN" altLang="en-US" sz="2800" b="1" dirty="0">
                <a:solidFill>
                  <a:srgbClr val="FFFFFF"/>
                </a:solidFill>
                <a:latin typeface="Calibri" panose="020F0502020204030204" charset="0"/>
                <a:ea typeface="Calibri" panose="020F0502020204030204" charset="0"/>
              </a:rPr>
              <a:t>0</a:t>
            </a:r>
            <a:r>
              <a:rPr lang="en-US" altLang="zh-CN" sz="2800" b="1" dirty="0">
                <a:solidFill>
                  <a:srgbClr val="FFFFFF"/>
                </a:solidFill>
                <a:latin typeface="Calibri" panose="020F0502020204030204" charset="0"/>
                <a:ea typeface="Calibri" panose="020F0502020204030204" charset="0"/>
              </a:rPr>
              <a:t>2</a:t>
            </a:r>
            <a:r>
              <a:rPr lang="zh-CN" altLang="en-US" sz="900" b="1" dirty="0">
                <a:solidFill>
                  <a:srgbClr val="FFFFFF"/>
                </a:solidFill>
                <a:latin typeface="Calibri" panose="020F0502020204030204" charset="0"/>
                <a:ea typeface="Calibri" panose="020F0502020204030204" charset="0"/>
              </a:rPr>
              <a:t> </a:t>
            </a:r>
            <a:r>
              <a:rPr lang="zh-CN" altLang="en-US" sz="1600" b="1" dirty="0">
                <a:solidFill>
                  <a:srgbClr val="FFFFFF"/>
                </a:solidFill>
                <a:latin typeface="Calibri" panose="020F0502020204030204" charset="0"/>
                <a:ea typeface="Calibri" panose="020F0502020204030204" charset="0"/>
              </a:rPr>
              <a:t>Enter title</a:t>
            </a:r>
            <a:endParaRPr lang="zh-CN" altLang="en-US" sz="5400" b="1" dirty="0">
              <a:solidFill>
                <a:srgbClr val="FFFFFF"/>
              </a:solidFill>
              <a:latin typeface="Calibri" panose="020F0502020204030204" charset="0"/>
              <a:ea typeface="Calibri" panose="020F0502020204030204" charset="0"/>
            </a:endParaRPr>
          </a:p>
          <a:p>
            <a:pPr lvl="0" algn="just">
              <a:lnSpc>
                <a:spcPct val="130000"/>
              </a:lnSpc>
            </a:pPr>
            <a:r>
              <a:rPr lang="zh-CN" altLang="en-US" sz="1200" dirty="0">
                <a:solidFill>
                  <a:srgbClr val="FFFFFF"/>
                </a:solidFill>
                <a:latin typeface="Calibri" panose="020F0502020204030204" charset="0"/>
                <a:ea typeface="Calibri" panose="020F0502020204030204" charset="0"/>
              </a:rPr>
              <a:t>Click here to add content of the text，and briefly explain your point of view
</a:t>
            </a:r>
            <a:endParaRPr lang="zh-CN" altLang="en-US" sz="1200" dirty="0">
              <a:solidFill>
                <a:srgbClr val="FFFFFF"/>
              </a:solidFill>
              <a:latin typeface="Calibri" panose="020F0502020204030204" charset="0"/>
              <a:ea typeface="Calibri" panose="020F0502020204030204" charset="0"/>
            </a:endParaRPr>
          </a:p>
        </p:txBody>
      </p:sp>
      <p:sp>
        <p:nvSpPr>
          <p:cNvPr id="33" name="Text Box 32"/>
          <p:cNvSpPr txBox="1"/>
          <p:nvPr/>
        </p:nvSpPr>
        <p:spPr>
          <a:xfrm>
            <a:off x="901065" y="629285"/>
            <a:ext cx="10412095" cy="5408295"/>
          </a:xfrm>
          <a:prstGeom prst="rect">
            <a:avLst/>
          </a:prstGeom>
          <a:noFill/>
        </p:spPr>
        <p:txBody>
          <a:bodyPr wrap="square" rtlCol="0" anchor="t">
            <a:noAutofit/>
          </a:bodyPr>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Industrial Process of Cheese:</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            https://cycheese.com/article/how-to-make-cheese-using-rennet#:~:text=In%20this%20guide%2C%20we%20will%20cover%20the%20essential,the%20type%20of%20cheese%20you%20want%20to%20make.</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L="342900" marR="0" lvl="0" indent="-3429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Role as Computer Engineer for Improving the Industry:</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            https://hai.nl/news/artificial-intelligence-optimizing-cheeseproduction/#:~:text=Optimize%20the%20production%20process%20to%20predictable%20consistent%20quality%2C,A%20real-time%20dashboard%20with%20adjustment%20advice%20for%20operators.</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r>
              <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rPr>
              <a:t>            https://www.dairyprocessing.com/articles/2177-ai-solution-developed-to-improve-cheese-yields</a:t>
            </a: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a:p>
            <a:pPr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kumimoji="0" lang="en-US" altLang="en-US" sz="1900" b="0" i="0" u="none" strike="noStrike" kern="1200" cap="none" spc="0" normalizeH="0" baseline="0" noProof="0" dirty="0">
              <a:ln>
                <a:noFill/>
              </a:ln>
              <a:solidFill>
                <a:prstClr val="black">
                  <a:lumMod val="50000"/>
                  <a:lumOff val="50000"/>
                </a:prstClr>
              </a:solidFill>
              <a:effectLst/>
              <a:uLnTx/>
              <a:uFillTx/>
              <a:latin typeface="Arial" panose="020B0604020202020204"/>
              <a:ea typeface="Calibri" panose="020F0502020204030204" charset="0"/>
              <a:cs typeface="Calibri" panose="020F0502020204030204" charset="0"/>
              <a:sym typeface="+mn-ea"/>
            </a:endParaRPr>
          </a:p>
        </p:txBody>
      </p:sp>
    </p:spTree>
    <p:custDataLst>
      <p:tags r:id="rId3"/>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grpSp>
        <p:nvGrpSpPr>
          <p:cNvPr id="3" name="组合 2"/>
          <p:cNvGrpSpPr/>
          <p:nvPr/>
        </p:nvGrpSpPr>
        <p:grpSpPr>
          <a:xfrm>
            <a:off x="3691573" y="2763838"/>
            <a:ext cx="4808855" cy="1293495"/>
            <a:chOff x="5482" y="3907"/>
            <a:chExt cx="7573" cy="2037"/>
          </a:xfrm>
        </p:grpSpPr>
        <p:sp>
          <p:nvSpPr>
            <p:cNvPr id="15" name="文本框 14"/>
            <p:cNvSpPr txBox="1"/>
            <p:nvPr/>
          </p:nvSpPr>
          <p:spPr>
            <a:xfrm>
              <a:off x="8148" y="5122"/>
              <a:ext cx="2241" cy="822"/>
            </a:xfrm>
            <a:prstGeom prst="rect">
              <a:avLst/>
            </a:prstGeom>
            <a:noFill/>
          </p:spPr>
          <p:txBody>
            <a:bodyPr wrap="square" rtlCol="0">
              <a:spAutoFit/>
            </a:bodyPr>
            <a:p>
              <a:pPr algn="dist"/>
              <a:endParaRPr lang="zh-CN" altLang="en-US" sz="2800" dirty="0">
                <a:solidFill>
                  <a:srgbClr val="84685A"/>
                </a:solidFill>
                <a:effectLst/>
                <a:latin typeface="Calibri" panose="020F0502020204030204" charset="0"/>
                <a:ea typeface="Calibri" panose="020F0502020204030204" charset="0"/>
                <a:sym typeface="+mn-ea"/>
              </a:endParaRPr>
            </a:p>
          </p:txBody>
        </p:sp>
        <p:sp>
          <p:nvSpPr>
            <p:cNvPr id="19" name="文本框 18"/>
            <p:cNvSpPr txBox="1"/>
            <p:nvPr/>
          </p:nvSpPr>
          <p:spPr>
            <a:xfrm>
              <a:off x="5482" y="3907"/>
              <a:ext cx="7573" cy="1103"/>
            </a:xfrm>
            <a:prstGeom prst="rect">
              <a:avLst/>
            </a:prstGeom>
            <a:noFill/>
          </p:spPr>
          <p:txBody>
            <a:bodyPr wrap="square" rtlCol="0" anchor="t">
              <a:spAutoFit/>
            </a:bodyPr>
            <a:p>
              <a:pPr algn="ctr">
                <a:lnSpc>
                  <a:spcPct val="110000"/>
                </a:lnSpc>
              </a:pPr>
              <a:r>
                <a:rPr lang="en-US" altLang="zh-CN" sz="3600" kern="0" cap="all" dirty="0">
                  <a:solidFill>
                    <a:srgbClr val="4C2F10"/>
                  </a:solidFill>
                  <a:effectLst/>
                  <a:uFillTx/>
                  <a:latin typeface="Calibri" panose="020F0502020204030204" charset="0"/>
                  <a:ea typeface="Calibri" panose="020F0502020204030204" charset="0"/>
                  <a:sym typeface="+mn-ea"/>
                </a:rPr>
                <a:t>thank you</a:t>
              </a:r>
              <a:endParaRPr lang="zh-CN" altLang="en-US" sz="3600" kern="0" cap="all" dirty="0">
                <a:solidFill>
                  <a:srgbClr val="4C2F10"/>
                </a:solidFill>
                <a:effectLst/>
                <a:uFillTx/>
                <a:latin typeface="Calibri" panose="020F0502020204030204" charset="0"/>
                <a:ea typeface="Calibri" panose="020F0502020204030204" charset="0"/>
                <a:sym typeface="+mn-ea"/>
              </a:endParaRPr>
            </a:p>
          </p:txBody>
        </p:sp>
      </p:grpSp>
    </p:spTree>
    <p:custDataLst>
      <p:tags r:id="rId2"/>
    </p:custDataLst>
  </p:cSld>
  <p:clrMapOvr>
    <a:masterClrMapping/>
  </p:clrMapOvr>
</p:sld>
</file>

<file path=ppt/tags/tag1.xml><?xml version="1.0" encoding="utf-8"?>
<p:tagLst xmlns:p="http://schemas.openxmlformats.org/presentationml/2006/main">
  <p:tag name="KSO_WM_TAG_VERSION" val="1.0"/>
  <p:tag name="KSO_WM_TEMPLATE_CATEGORY" val="custom"/>
  <p:tag name="KSO_WM_TEMPLATE_INDEX" val="20184553"/>
</p:tagLst>
</file>

<file path=ppt/tags/tag2.xml><?xml version="1.0" encoding="utf-8"?>
<p:tagLst xmlns:p="http://schemas.openxmlformats.org/presentationml/2006/main">
  <p:tag name="KSO_WM_TAG_VERSION" val="1.0"/>
  <p:tag name="KSO_WM_TEMPLATE_CATEGORY" val="custom"/>
  <p:tag name="KSO_WM_TEMPLATE_INDEX" val="20184553"/>
</p:tagLst>
</file>

<file path=ppt/tags/tag3.xml><?xml version="1.0" encoding="utf-8"?>
<p:tagLst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6、10、14、20、26、27、28、29、31"/>
</p:tagLst>
</file>

<file path=ppt/tags/tag4.xml><?xml version="1.0" encoding="utf-8"?>
<p:tagLst xmlns:p="http://schemas.openxmlformats.org/presentationml/2006/main">
  <p:tag name="KSO_WM_BEAUTIFY_FLAG" val="#wm#"/>
  <p:tag name="KSO_WM_TEMPLATE_CATEGORY" val="custom"/>
  <p:tag name="KSO_WM_TEMPLATE_INDEX" val="20184553"/>
</p:tagLst>
</file>

<file path=ppt/tags/tag5.xml><?xml version="1.0" encoding="utf-8"?>
<p:tagLst xmlns:p="http://schemas.openxmlformats.org/presentationml/2006/main">
  <p:tag name="PA" val="v5.2.4"/>
</p:tagLst>
</file>

<file path=ppt/tags/tag6.xml><?xml version="1.0" encoding="utf-8"?>
<p:tagLst xmlns:p="http://schemas.openxmlformats.org/presentationml/2006/main">
  <p:tag name="PA" val="v5.2.4"/>
</p:tagLst>
</file>

<file path=ppt/tags/tag7.xml><?xml version="1.0" encoding="utf-8"?>
<p:tagLst xmlns:p="http://schemas.openxmlformats.org/presentationml/2006/main">
  <p:tag name="PA" val="v5.2.4"/>
</p:tagLst>
</file>

<file path=ppt/tags/tag8.xml><?xml version="1.0" encoding="utf-8"?>
<p:tagLst xmlns:p="http://schemas.openxmlformats.org/presentationml/2006/main">
  <p:tag name="PA" val="v5.2.4"/>
</p:tagLst>
</file>

<file path=ppt/tags/tag9.xml><?xml version="1.0" encoding="utf-8"?>
<p:tagLst xmlns:p="http://schemas.openxmlformats.org/presentationml/2006/main">
  <p:tag name="MH" val="20161022203400"/>
  <p:tag name="MH_LIBRARY" val="GRAPHIC"/>
  <p:tag name="MH_TYPE" val="Other"/>
  <p:tag name="MH_ORDER" val="1"/>
  <p:tag name="PA" val="v5.2.4"/>
  <p:tag name="KSO_WM_DIAGRAM_VIRTUALLY_FRAME" val="{&quot;height&quot;:333.0881102362205,&quot;left&quot;:498.1928346456692,&quot;top&quot;:101.21188976377952,&quot;width&quot;:329.35716535433073}"/>
</p:tagLst>
</file>

<file path=ppt/tags/tag10.xml><?xml version="1.0" encoding="utf-8"?>
<p:tagLst xmlns:p="http://schemas.openxmlformats.org/presentationml/2006/main">
  <p:tag name="MH" val="20161022203400"/>
  <p:tag name="MH_LIBRARY" val="GRAPHIC"/>
  <p:tag name="MH_TYPE" val="Other"/>
  <p:tag name="MH_ORDER" val="2"/>
  <p:tag name="PA" val="v5.2.4"/>
  <p:tag name="KSO_WM_DIAGRAM_VIRTUALLY_FRAME" val="{&quot;height&quot;:333.0881102362205,&quot;left&quot;:498.1928346456692,&quot;top&quot;:101.21188976377952,&quot;width&quot;:329.35716535433073}"/>
</p:tagLst>
</file>

<file path=ppt/tags/tag11.xml><?xml version="1.0" encoding="utf-8"?>
<p:tagLst xmlns:p="http://schemas.openxmlformats.org/presentationml/2006/main">
  <p:tag name="MH" val="20161022203400"/>
  <p:tag name="MH_LIBRARY" val="GRAPHIC"/>
  <p:tag name="MH_TYPE" val="Other"/>
  <p:tag name="MH_ORDER" val="3"/>
  <p:tag name="PA" val="v5.2.4"/>
  <p:tag name="KSO_WM_DIAGRAM_VIRTUALLY_FRAME" val="{&quot;height&quot;:333.0881102362205,&quot;left&quot;:498.1928346456692,&quot;top&quot;:101.21188976377952,&quot;width&quot;:329.35716535433073}"/>
</p:tagLst>
</file>

<file path=ppt/tags/tag12.xml><?xml version="1.0" encoding="utf-8"?>
<p:tagLst xmlns:p="http://schemas.openxmlformats.org/presentationml/2006/main">
  <p:tag name="MH" val="20161022203400"/>
  <p:tag name="MH_LIBRARY" val="GRAPHIC"/>
  <p:tag name="MH_TYPE" val="Other"/>
  <p:tag name="MH_ORDER" val="4"/>
  <p:tag name="PA" val="v5.2.4"/>
  <p:tag name="KSO_WM_DIAGRAM_VIRTUALLY_FRAME" val="{&quot;height&quot;:333.0881102362205,&quot;left&quot;:498.1928346456692,&quot;top&quot;:101.21188976377952,&quot;width&quot;:329.35716535433073}"/>
</p:tagLst>
</file>

<file path=ppt/tags/tag13.xml><?xml version="1.0" encoding="utf-8"?>
<p:tagLst xmlns:p="http://schemas.openxmlformats.org/presentationml/2006/main">
  <p:tag name="PA" val="v5.2.4"/>
  <p:tag name="KSO_WM_DIAGRAM_VIRTUALLY_FRAME" val="{&quot;height&quot;:333.0881102362205,&quot;left&quot;:498.1928346456692,&quot;top&quot;:101.21188976377952,&quot;width&quot;:329.35716535433073}"/>
</p:tagLst>
</file>

<file path=ppt/tags/tag14.xml><?xml version="1.0" encoding="utf-8"?>
<p:tagLst xmlns:p="http://schemas.openxmlformats.org/presentationml/2006/main">
  <p:tag name="PA" val="v5.2.4"/>
  <p:tag name="KSO_WM_DIAGRAM_VIRTUALLY_FRAME" val="{&quot;height&quot;:333.0881102362205,&quot;left&quot;:498.1928346456692,&quot;top&quot;:101.21188976377952,&quot;width&quot;:329.35716535433073}"/>
</p:tagLst>
</file>

<file path=ppt/tags/tag15.xml><?xml version="1.0" encoding="utf-8"?>
<p:tagLst xmlns:p="http://schemas.openxmlformats.org/presentationml/2006/main">
  <p:tag name="PA" val="v5.2.4"/>
  <p:tag name="KSO_WM_DIAGRAM_VIRTUALLY_FRAME" val="{&quot;height&quot;:333.0881102362205,&quot;left&quot;:498.1928346456692,&quot;top&quot;:101.21188976377952,&quot;width&quot;:329.35716535433073}"/>
</p:tagLst>
</file>

<file path=ppt/tags/tag16.xml><?xml version="1.0" encoding="utf-8"?>
<p:tagLst xmlns:p="http://schemas.openxmlformats.org/presentationml/2006/main">
  <p:tag name="PA" val="v5.2.4"/>
  <p:tag name="KSO_WM_DIAGRAM_VIRTUALLY_FRAME" val="{&quot;height&quot;:333.0881102362205,&quot;left&quot;:498.1928346456692,&quot;top&quot;:101.21188976377952,&quot;width&quot;:329.35716535433073}"/>
</p:tagLst>
</file>

<file path=ppt/tags/tag17.xml><?xml version="1.0" encoding="utf-8"?>
<p:tagLst xmlns:p="http://schemas.openxmlformats.org/presentationml/2006/main">
  <p:tag name="MH" val="20161022203400"/>
  <p:tag name="MH_LIBRARY" val="GRAPHIC"/>
  <p:tag name="MH_TYPE" val="Other"/>
  <p:tag name="MH_ORDER" val="4"/>
  <p:tag name="PA" val="v5.2.4"/>
  <p:tag name="KSO_WM_DIAGRAM_VIRTUALLY_FRAME" val="{&quot;height&quot;:333.0881102362205,&quot;left&quot;:498.1928346456692,&quot;top&quot;:101.21188976377952,&quot;width&quot;:329.35716535433073}"/>
</p:tagLst>
</file>

<file path=ppt/tags/tag18.xml><?xml version="1.0" encoding="utf-8"?>
<p:tagLst xmlns:p="http://schemas.openxmlformats.org/presentationml/2006/main">
  <p:tag name="PA" val="v5.2.4"/>
  <p:tag name="KSO_WM_DIAGRAM_VIRTUALLY_FRAME" val="{&quot;height&quot;:333.0881102362205,&quot;left&quot;:498.1928346456692,&quot;top&quot;:101.21188976377952,&quot;width&quot;:329.35716535433073}"/>
</p:tagLst>
</file>

<file path=ppt/tags/tag19.xml><?xml version="1.0" encoding="utf-8"?>
<p:tagLst xmlns:p="http://schemas.openxmlformats.org/presentationml/2006/main">
  <p:tag name="KSO_WM_BEAUTIFY_FLAG" val="#wm#"/>
  <p:tag name="KSO_WM_TEMPLATE_CATEGORY" val="custom"/>
  <p:tag name="KSO_WM_TEMPLATE_INDEX" val="20184553"/>
</p:tagLst>
</file>

<file path=ppt/tags/tag20.xml><?xml version="1.0" encoding="utf-8"?>
<p:tagLst xmlns:p="http://schemas.openxmlformats.org/presentationml/2006/main">
  <p:tag name="PA" val="v5.2.4"/>
</p:tagLst>
</file>

<file path=ppt/tags/tag21.xml><?xml version="1.0" encoding="utf-8"?>
<p:tagLst xmlns:p="http://schemas.openxmlformats.org/presentationml/2006/main">
  <p:tag name="PA" val="v5.2.4"/>
</p:tagLst>
</file>

<file path=ppt/tags/tag22.xml><?xml version="1.0" encoding="utf-8"?>
<p:tagLst xmlns:p="http://schemas.openxmlformats.org/presentationml/2006/main">
  <p:tag name="KSO_WM_BEAUTIFY_FLAG" val="#wm#"/>
  <p:tag name="KSO_WM_TEMPLATE_CATEGORY" val="custom"/>
  <p:tag name="KSO_WM_TEMPLATE_INDEX" val="20184553"/>
</p:tagLst>
</file>

<file path=ppt/tags/tag23.xml><?xml version="1.0" encoding="utf-8"?>
<p:tagLst xmlns:p="http://schemas.openxmlformats.org/presentationml/2006/main">
  <p:tag name="PA" val="v5.2.4"/>
</p:tagLst>
</file>

<file path=ppt/tags/tag24.xml><?xml version="1.0" encoding="utf-8"?>
<p:tagLst xmlns:p="http://schemas.openxmlformats.org/presentationml/2006/main">
  <p:tag name="KSO_WM_BEAUTIFY_FLAG" val="#wm#"/>
  <p:tag name="KSO_WM_TEMPLATE_CATEGORY" val="custom"/>
  <p:tag name="KSO_WM_TEMPLATE_INDEX" val="20184553"/>
</p:tagLst>
</file>

<file path=ppt/tags/tag25.xml><?xml version="1.0" encoding="utf-8"?>
<p:tagLst xmlns:p="http://schemas.openxmlformats.org/presentationml/2006/main">
  <p:tag name="PA" val="v5.2.4"/>
</p:tagLst>
</file>

<file path=ppt/tags/tag26.xml><?xml version="1.0" encoding="utf-8"?>
<p:tagLst xmlns:p="http://schemas.openxmlformats.org/presentationml/2006/main">
  <p:tag name="PA" val="v5.2.4"/>
</p:tagLst>
</file>

<file path=ppt/tags/tag27.xml><?xml version="1.0" encoding="utf-8"?>
<p:tagLst xmlns:p="http://schemas.openxmlformats.org/presentationml/2006/main">
  <p:tag name="KSO_WM_BEAUTIFY_FLAG" val="#wm#"/>
  <p:tag name="KSO_WM_TEMPLATE_CATEGORY" val="custom"/>
  <p:tag name="KSO_WM_TEMPLATE_INDEX" val="20184553"/>
</p:tagLst>
</file>

<file path=ppt/tags/tag28.xml><?xml version="1.0" encoding="utf-8"?>
<p:tagLst xmlns:p="http://schemas.openxmlformats.org/presentationml/2006/main">
  <p:tag name="PA" val="v5.2.4"/>
</p:tagLst>
</file>

<file path=ppt/tags/tag29.xml><?xml version="1.0" encoding="utf-8"?>
<p:tagLst xmlns:p="http://schemas.openxmlformats.org/presentationml/2006/main">
  <p:tag name="PA" val="v5.2.4"/>
</p:tagLst>
</file>

<file path=ppt/tags/tag30.xml><?xml version="1.0" encoding="utf-8"?>
<p:tagLst xmlns:p="http://schemas.openxmlformats.org/presentationml/2006/main">
  <p:tag name="KSO_WM_BEAUTIFY_FLAG" val="#wm#"/>
  <p:tag name="KSO_WM_TEMPLATE_CATEGORY" val="custom"/>
  <p:tag name="KSO_WM_TEMPLATE_INDEX" val="20184553"/>
</p:tagLst>
</file>

<file path=ppt/tags/tag31.xml><?xml version="1.0" encoding="utf-8"?>
<p:tagLst xmlns:p="http://schemas.openxmlformats.org/presentationml/2006/main">
  <p:tag name="PA" val="v5.2.4"/>
</p:tagLst>
</file>

<file path=ppt/tags/tag32.xml><?xml version="1.0" encoding="utf-8"?>
<p:tagLst xmlns:p="http://schemas.openxmlformats.org/presentationml/2006/main">
  <p:tag name="KSO_WM_BEAUTIFY_FLAG" val="#wm#"/>
  <p:tag name="KSO_WM_TEMPLATE_CATEGORY" val="custom"/>
  <p:tag name="KSO_WM_TEMPLATE_INDEX" val="20184553"/>
</p:tagLst>
</file>

<file path=ppt/tags/tag33.xml><?xml version="1.0" encoding="utf-8"?>
<p:tagLst xmlns:p="http://schemas.openxmlformats.org/presentationml/2006/main">
  <p:tag name="PA" val="v5.2.4"/>
</p:tagLst>
</file>

<file path=ppt/tags/tag34.xml><?xml version="1.0" encoding="utf-8"?>
<p:tagLst xmlns:p="http://schemas.openxmlformats.org/presentationml/2006/main">
  <p:tag name="PA" val="v5.2.4"/>
</p:tagLst>
</file>

<file path=ppt/tags/tag35.xml><?xml version="1.0" encoding="utf-8"?>
<p:tagLst xmlns:p="http://schemas.openxmlformats.org/presentationml/2006/main">
  <p:tag name="KSO_WM_BEAUTIFY_FLAG" val="#wm#"/>
  <p:tag name="KSO_WM_TEMPLATE_CATEGORY" val="custom"/>
  <p:tag name="KSO_WM_TEMPLATE_INDEX" val="20184553"/>
</p:tagLst>
</file>

<file path=ppt/tags/tag36.xml><?xml version="1.0" encoding="utf-8"?>
<p:tagLst xmlns:p="http://schemas.openxmlformats.org/presentationml/2006/main">
  <p:tag name="PA" val="v5.2.4"/>
</p:tagLst>
</file>

<file path=ppt/tags/tag37.xml><?xml version="1.0" encoding="utf-8"?>
<p:tagLst xmlns:p="http://schemas.openxmlformats.org/presentationml/2006/main">
  <p:tag name="KSO_WM_BEAUTIFY_FLAG" val="#wm#"/>
  <p:tag name="KSO_WM_TEMPLATE_CATEGORY" val="custom"/>
  <p:tag name="KSO_WM_TEMPLATE_INDEX" val="20184553"/>
</p:tagLst>
</file>

<file path=ppt/tags/tag38.xml><?xml version="1.0" encoding="utf-8"?>
<p:tagLst xmlns:p="http://schemas.openxmlformats.org/presentationml/2006/main">
  <p:tag name="PA" val="v5.2.4"/>
</p:tagLst>
</file>

<file path=ppt/tags/tag39.xml><?xml version="1.0" encoding="utf-8"?>
<p:tagLst xmlns:p="http://schemas.openxmlformats.org/presentationml/2006/main">
  <p:tag name="KSO_WM_BEAUTIFY_FLAG" val="#wm#"/>
  <p:tag name="KSO_WM_TEMPLATE_CATEGORY" val="custom"/>
  <p:tag name="KSO_WM_TEMPLATE_INDEX" val="20184553"/>
</p:tagLst>
</file>

<file path=ppt/tags/tag40.xml><?xml version="1.0" encoding="utf-8"?>
<p:tagLst xmlns:p="http://schemas.openxmlformats.org/presentationml/2006/main">
  <p:tag name="PA" val="v5.2.4"/>
</p:tagLst>
</file>

<file path=ppt/tags/tag41.xml><?xml version="1.0" encoding="utf-8"?>
<p:tagLst xmlns:p="http://schemas.openxmlformats.org/presentationml/2006/main">
  <p:tag name="KSO_WM_BEAUTIFY_FLAG" val="#wm#"/>
  <p:tag name="KSO_WM_TEMPLATE_CATEGORY" val="custom"/>
  <p:tag name="KSO_WM_TEMPLATE_INDEX" val="20184553"/>
</p:tagLst>
</file>

<file path=ppt/tags/tag42.xml><?xml version="1.0" encoding="utf-8"?>
<p:tagLst xmlns:p="http://schemas.openxmlformats.org/presentationml/2006/main">
  <p:tag name="KSO_WM_BEAUTIFY_FLAG" val="#wm#"/>
  <p:tag name="KSO_WM_TEMPLATE_CATEGORY" val="custom"/>
  <p:tag name="KSO_WM_TEMPLATE_INDEX" val="20184553"/>
</p:tagLst>
</file>

<file path=ppt/tags/tag43.xml><?xml version="1.0" encoding="utf-8"?>
<p:tagLst xmlns:p="http://schemas.openxmlformats.org/presentationml/2006/main">
  <p:tag name="KSO_WM_DOC_GUID" val="{7d311b73-f9d3-4b91-b6f8-c98d9cfd796f}"/>
</p:tagLst>
</file>

<file path=ppt/theme/theme1.xml><?xml version="1.0" encoding="utf-8"?>
<a:theme xmlns:a="http://schemas.openxmlformats.org/drawingml/2006/main" name="Office Theme">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6063</Words>
  <Application>WPS Presentation</Application>
  <PresentationFormat>宽屏</PresentationFormat>
  <Paragraphs>158</Paragraphs>
  <Slides>12</Slides>
  <Notes>31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SimSun</vt:lpstr>
      <vt:lpstr>Wingdings</vt:lpstr>
      <vt:lpstr>黑体</vt:lpstr>
      <vt:lpstr>Calibri</vt:lpstr>
      <vt:lpstr>方正大标宋_GBK</vt:lpstr>
      <vt:lpstr>Microsoft YaHei Light</vt:lpstr>
      <vt:lpstr>Arial</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WPS_1703865445</cp:lastModifiedBy>
  <cp:revision>1048</cp:revision>
  <dcterms:created xsi:type="dcterms:W3CDTF">2018-03-01T02:03:00Z</dcterms:created>
  <dcterms:modified xsi:type="dcterms:W3CDTF">2025-09-11T16:14:52Z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1033-12.2.0.21931</vt:lpwstr>
  </property>
  <property fmtid="{D5CDD505-2E9C-101B-9397-08002B2CF9AE}" pid="3" name="KSORubyTemplateID">
    <vt:lpwstr>2</vt:lpwstr>
  </property>
  <property fmtid="{D5CDD505-2E9C-101B-9397-08002B2CF9AE}" pid="4" name="ICV">
    <vt:lpwstr>5E5083F11A9F4334A07B7863BC37ED66_13</vt:lpwstr>
  </property>
</Properties>
</file>