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256" r:id="rId5"/>
    <p:sldId id="285" r:id="rId6"/>
    <p:sldId id="278" r:id="rId7"/>
    <p:sldId id="289" r:id="rId8"/>
    <p:sldId id="296" r:id="rId9"/>
    <p:sldId id="260" r:id="rId10"/>
    <p:sldId id="293" r:id="rId11"/>
    <p:sldId id="290" r:id="rId12"/>
    <p:sldId id="291" r:id="rId13"/>
    <p:sldId id="295" r:id="rId14"/>
    <p:sldId id="294" r:id="rId15"/>
    <p:sldId id="29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28" userDrawn="1">
          <p15:clr>
            <a:srgbClr val="A4A3A4"/>
          </p15:clr>
        </p15:guide>
        <p15:guide id="2"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5A5"/>
    <a:srgbClr val="BEB9AA"/>
    <a:srgbClr val="C0C9C2"/>
    <a:srgbClr val="AA9D92"/>
    <a:srgbClr val="F2F1EE"/>
    <a:srgbClr val="D8D2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595" autoAdjust="0"/>
  </p:normalViewPr>
  <p:slideViewPr>
    <p:cSldViewPr snapToGrid="0">
      <p:cViewPr varScale="1">
        <p:scale>
          <a:sx n="71" d="100"/>
          <a:sy n="71" d="100"/>
        </p:scale>
        <p:origin x="1061" y="53"/>
      </p:cViewPr>
      <p:guideLst>
        <p:guide pos="4128"/>
        <p:guide orient="horz" pos="960"/>
      </p:guideLst>
    </p:cSldViewPr>
  </p:slideViewPr>
  <p:outlineViewPr>
    <p:cViewPr>
      <p:scale>
        <a:sx n="33" d="100"/>
        <a:sy n="33" d="100"/>
      </p:scale>
      <p:origin x="0" y="-4027"/>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2299"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E6020-4209-49A3-9DC4-18264096E7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7797462-F1DD-4E64-BC14-F17A0F34B5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32FC57-E1F8-4F59-A87C-2833007EAF57}" type="datetimeFigureOut">
              <a:rPr lang="en-US" smtClean="0"/>
              <a:t>11/29/2025</a:t>
            </a:fld>
            <a:endParaRPr lang="en-US"/>
          </a:p>
        </p:txBody>
      </p:sp>
      <p:sp>
        <p:nvSpPr>
          <p:cNvPr id="4" name="Footer Placeholder 3">
            <a:extLst>
              <a:ext uri="{FF2B5EF4-FFF2-40B4-BE49-F238E27FC236}">
                <a16:creationId xmlns:a16="http://schemas.microsoft.com/office/drawing/2014/main" id="{8075F0E3-AC70-4B5A-BCEB-9E3C021C86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48F68B5-925F-4468-95B3-EA77C29C34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8A06BE-7519-4B21-9E1D-AE6D6E69C38F}" type="slidenum">
              <a:rPr lang="en-US" smtClean="0"/>
              <a:t>‹#›</a:t>
            </a:fld>
            <a:endParaRPr lang="en-US"/>
          </a:p>
        </p:txBody>
      </p:sp>
    </p:spTree>
    <p:extLst>
      <p:ext uri="{BB962C8B-B14F-4D97-AF65-F5344CB8AC3E}">
        <p14:creationId xmlns:p14="http://schemas.microsoft.com/office/powerpoint/2010/main" val="21573830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8ACAC0-59EA-4916-9995-398D6BEB88C3}" type="datetimeFigureOut">
              <a:rPr lang="en-US" smtClean="0"/>
              <a:t>11/29/2025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9B2C62-FE30-453D-946B-754E9E42C845}" type="slidenum">
              <a:rPr lang="en-US" smtClean="0"/>
              <a:t>‹#›</a:t>
            </a:fld>
            <a:endParaRPr lang="en-US"/>
          </a:p>
        </p:txBody>
      </p:sp>
    </p:spTree>
    <p:extLst>
      <p:ext uri="{BB962C8B-B14F-4D97-AF65-F5344CB8AC3E}">
        <p14:creationId xmlns:p14="http://schemas.microsoft.com/office/powerpoint/2010/main" val="2922326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spacing + Page numbers</a:t>
            </a:r>
          </a:p>
        </p:txBody>
      </p:sp>
      <p:sp>
        <p:nvSpPr>
          <p:cNvPr id="4" name="Slide Number Placeholder 3"/>
          <p:cNvSpPr>
            <a:spLocks noGrp="1"/>
          </p:cNvSpPr>
          <p:nvPr>
            <p:ph type="sldNum" sz="quarter" idx="5"/>
          </p:nvPr>
        </p:nvSpPr>
        <p:spPr/>
        <p:txBody>
          <a:bodyPr/>
          <a:lstStyle/>
          <a:p>
            <a:fld id="{5A9B2C62-FE30-453D-946B-754E9E42C845}" type="slidenum">
              <a:rPr lang="en-US" smtClean="0"/>
              <a:t>1</a:t>
            </a:fld>
            <a:endParaRPr lang="en-US"/>
          </a:p>
        </p:txBody>
      </p:sp>
    </p:spTree>
    <p:extLst>
      <p:ext uri="{BB962C8B-B14F-4D97-AF65-F5344CB8AC3E}">
        <p14:creationId xmlns:p14="http://schemas.microsoft.com/office/powerpoint/2010/main" val="1777375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2"/>
        </a:solidFill>
        <a:effectLst/>
      </p:bgPr>
    </p:bg>
    <p:spTree>
      <p:nvGrpSpPr>
        <p:cNvPr id="1" name=""/>
        <p:cNvGrpSpPr/>
        <p:nvPr/>
      </p:nvGrpSpPr>
      <p:grpSpPr>
        <a:xfrm>
          <a:off x="0" y="0"/>
          <a:ext cx="0" cy="0"/>
          <a:chOff x="0" y="0"/>
          <a:chExt cx="0" cy="0"/>
        </a:xfrm>
      </p:grpSpPr>
      <p:sp>
        <p:nvSpPr>
          <p:cNvPr id="12" name="Text Placeholder 21">
            <a:extLst>
              <a:ext uri="{FF2B5EF4-FFF2-40B4-BE49-F238E27FC236}">
                <a16:creationId xmlns:a16="http://schemas.microsoft.com/office/drawing/2014/main" id="{F2964EA8-200F-47C5-90C2-1DBA3D6D7CDB}"/>
              </a:ext>
            </a:extLst>
          </p:cNvPr>
          <p:cNvSpPr>
            <a:spLocks noGrp="1"/>
          </p:cNvSpPr>
          <p:nvPr>
            <p:ph type="body" sz="quarter" idx="12"/>
          </p:nvPr>
        </p:nvSpPr>
        <p:spPr>
          <a:xfrm>
            <a:off x="1028700" y="5078187"/>
            <a:ext cx="3222058" cy="964620"/>
          </a:xfrm>
        </p:spPr>
        <p:txBody>
          <a:bodyPr>
            <a:noAutofit/>
          </a:bodyPr>
          <a:lstStyle>
            <a:lvl1pPr marL="0" indent="0">
              <a:buNone/>
              <a:defRPr sz="1400">
                <a:solidFill>
                  <a:schemeClr val="accent2">
                    <a:lumMod val="50000"/>
                  </a:schemeClr>
                </a:solidFill>
              </a:defRPr>
            </a:lvl1pPr>
            <a:lvl2pPr marL="457200" indent="0">
              <a:buNone/>
              <a:defRPr sz="1400">
                <a:solidFill>
                  <a:schemeClr val="bg2">
                    <a:lumMod val="50000"/>
                  </a:schemeClr>
                </a:solidFill>
              </a:defRPr>
            </a:lvl2pPr>
            <a:lvl3pPr marL="914400" indent="0">
              <a:buNone/>
              <a:defRPr sz="1400">
                <a:solidFill>
                  <a:schemeClr val="bg2">
                    <a:lumMod val="50000"/>
                  </a:schemeClr>
                </a:solidFill>
              </a:defRPr>
            </a:lvl3pPr>
            <a:lvl4pPr marL="1371600" indent="0">
              <a:buNone/>
              <a:defRPr sz="1400">
                <a:solidFill>
                  <a:schemeClr val="bg2">
                    <a:lumMod val="50000"/>
                  </a:schemeClr>
                </a:solidFill>
              </a:defRPr>
            </a:lvl4pPr>
            <a:lvl5pPr marL="1828800" indent="0">
              <a:buNone/>
              <a:defRPr sz="1400">
                <a:solidFill>
                  <a:schemeClr val="bg2">
                    <a:lumMod val="50000"/>
                  </a:schemeClr>
                </a:solidFill>
              </a:defRPr>
            </a:lvl5pPr>
          </a:lstStyle>
          <a:p>
            <a:pPr lvl="0"/>
            <a:r>
              <a:rPr lang="en-US"/>
              <a:t>Click to edit Master text styles</a:t>
            </a:r>
          </a:p>
        </p:txBody>
      </p:sp>
      <p:sp>
        <p:nvSpPr>
          <p:cNvPr id="13" name="Picture Placeholder 19">
            <a:extLst>
              <a:ext uri="{FF2B5EF4-FFF2-40B4-BE49-F238E27FC236}">
                <a16:creationId xmlns:a16="http://schemas.microsoft.com/office/drawing/2014/main" id="{7878E298-5074-4E51-993E-34931A897F12}"/>
              </a:ext>
            </a:extLst>
          </p:cNvPr>
          <p:cNvSpPr>
            <a:spLocks noGrp="1"/>
          </p:cNvSpPr>
          <p:nvPr>
            <p:ph type="pic" sz="quarter" idx="11"/>
          </p:nvPr>
        </p:nvSpPr>
        <p:spPr>
          <a:xfrm>
            <a:off x="6221413" y="0"/>
            <a:ext cx="4941887" cy="5726113"/>
          </a:xfrm>
        </p:spPr>
        <p:txBody>
          <a:body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42D26D0E-18C6-4DB1-B3A5-75E29BD65B17}"/>
              </a:ext>
            </a:extLst>
          </p:cNvPr>
          <p:cNvCxnSpPr>
            <a:cxnSpLocks/>
          </p:cNvCxnSpPr>
          <p:nvPr userDrawn="1"/>
        </p:nvCxnSpPr>
        <p:spPr>
          <a:xfrm>
            <a:off x="1028700" y="457211"/>
            <a:ext cx="1142999" cy="0"/>
          </a:xfrm>
          <a:prstGeom prst="line">
            <a:avLst/>
          </a:prstGeom>
          <a:noFill/>
          <a:ln w="15875" cap="flat" cmpd="sng" algn="ctr">
            <a:solidFill>
              <a:schemeClr val="accent2">
                <a:lumMod val="50000"/>
              </a:schemeClr>
            </a:solidFill>
            <a:prstDash val="solid"/>
            <a:miter lim="800000"/>
          </a:ln>
          <a:effectLst/>
        </p:spPr>
      </p:cxnSp>
      <p:sp>
        <p:nvSpPr>
          <p:cNvPr id="2" name="Title 1">
            <a:extLst>
              <a:ext uri="{FF2B5EF4-FFF2-40B4-BE49-F238E27FC236}">
                <a16:creationId xmlns:a16="http://schemas.microsoft.com/office/drawing/2014/main" id="{3989B90B-5C3C-4760-9360-5AE10BF87B9D}"/>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lnSpc>
                <a:spcPct val="90000"/>
              </a:lnSpc>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29164985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661D25CF-5413-4949-A54A-8716608406B5}"/>
              </a:ext>
            </a:extLst>
          </p:cNvPr>
          <p:cNvSpPr>
            <a:spLocks noGrp="1"/>
          </p:cNvSpPr>
          <p:nvPr>
            <p:ph type="body" sz="quarter" idx="11"/>
          </p:nvPr>
        </p:nvSpPr>
        <p:spPr>
          <a:xfrm>
            <a:off x="7258050" y="2000250"/>
            <a:ext cx="4667250" cy="3398837"/>
          </a:xfrm>
        </p:spPr>
        <p:txBody>
          <a:bodyPr>
            <a:normAutofit/>
          </a:bodyPr>
          <a:lstStyle>
            <a:lvl1pPr marL="0" indent="0">
              <a:lnSpc>
                <a:spcPct val="150000"/>
              </a:lnSpc>
              <a:buNone/>
              <a:defRPr sz="2000">
                <a:solidFill>
                  <a:schemeClr val="accent2">
                    <a:lumMod val="50000"/>
                  </a:schemeClr>
                </a:solidFill>
              </a:defRPr>
            </a:lvl1pPr>
          </a:lstStyle>
          <a:p>
            <a:pPr lvl="0"/>
            <a:r>
              <a:rPr lang="en-US"/>
              <a:t>Click to edit Master text styles</a:t>
            </a:r>
          </a:p>
        </p:txBody>
      </p:sp>
      <p:sp>
        <p:nvSpPr>
          <p:cNvPr id="35" name="Date Placeholder 3">
            <a:extLst>
              <a:ext uri="{FF2B5EF4-FFF2-40B4-BE49-F238E27FC236}">
                <a16:creationId xmlns:a16="http://schemas.microsoft.com/office/drawing/2014/main" id="{224E3A4F-8479-4D38-A6D4-85F0883F379F}"/>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09D4DA8-2D4A-4F06-BECA-044AF4113FB4}" type="datetime1">
              <a:rPr lang="en-US" smtClean="0"/>
              <a:t>11/29/2025</a:t>
            </a:fld>
            <a:endParaRPr lang="en-US" dirty="0"/>
          </a:p>
        </p:txBody>
      </p:sp>
      <p:sp>
        <p:nvSpPr>
          <p:cNvPr id="36" name="Slide Number Placeholder 5">
            <a:extLst>
              <a:ext uri="{FF2B5EF4-FFF2-40B4-BE49-F238E27FC236}">
                <a16:creationId xmlns:a16="http://schemas.microsoft.com/office/drawing/2014/main" id="{D5A5341A-4863-40E8-8B9A-FB4E719257AE}"/>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AD2FED0-CD95-48B0-B54A-1F64F952C6C0}"/>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p>
        </p:txBody>
      </p:sp>
      <p:cxnSp>
        <p:nvCxnSpPr>
          <p:cNvPr id="3" name="Straight Connector 2">
            <a:extLst>
              <a:ext uri="{FF2B5EF4-FFF2-40B4-BE49-F238E27FC236}">
                <a16:creationId xmlns:a16="http://schemas.microsoft.com/office/drawing/2014/main" id="{68EF5E91-A275-4181-9C62-BC0773AD0512}"/>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2271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accent1"/>
        </a:solidFill>
        <a:effectLst/>
      </p:bgPr>
    </p:bg>
    <p:spTree>
      <p:nvGrpSpPr>
        <p:cNvPr id="1" name=""/>
        <p:cNvGrpSpPr/>
        <p:nvPr/>
      </p:nvGrpSpPr>
      <p:grpSpPr>
        <a:xfrm>
          <a:off x="0" y="0"/>
          <a:ext cx="0" cy="0"/>
          <a:chOff x="0" y="0"/>
          <a:chExt cx="0" cy="0"/>
        </a:xfrm>
      </p:grpSpPr>
      <p:sp>
        <p:nvSpPr>
          <p:cNvPr id="17" name="Picture Placeholder 15">
            <a:extLst>
              <a:ext uri="{FF2B5EF4-FFF2-40B4-BE49-F238E27FC236}">
                <a16:creationId xmlns:a16="http://schemas.microsoft.com/office/drawing/2014/main" id="{423630CA-0A51-4B04-A57B-9E412A8FCD1F}"/>
              </a:ext>
            </a:extLst>
          </p:cNvPr>
          <p:cNvSpPr>
            <a:spLocks noGrp="1"/>
          </p:cNvSpPr>
          <p:nvPr>
            <p:ph type="pic" sz="quarter" idx="12"/>
          </p:nvPr>
        </p:nvSpPr>
        <p:spPr>
          <a:xfrm>
            <a:off x="8847137" y="3862387"/>
            <a:ext cx="2316163" cy="2538413"/>
          </a:xfrm>
        </p:spPr>
        <p:txBody>
          <a:bodyPr/>
          <a:lstStyle/>
          <a:p>
            <a:r>
              <a:rPr lang="en-US"/>
              <a:t>Click icon to add picture</a:t>
            </a:r>
          </a:p>
        </p:txBody>
      </p:sp>
      <p:sp>
        <p:nvSpPr>
          <p:cNvPr id="16" name="Picture Placeholder 15">
            <a:extLst>
              <a:ext uri="{FF2B5EF4-FFF2-40B4-BE49-F238E27FC236}">
                <a16:creationId xmlns:a16="http://schemas.microsoft.com/office/drawing/2014/main" id="{3C994AE8-9E30-418E-8361-5D851AFA42C5}"/>
              </a:ext>
            </a:extLst>
          </p:cNvPr>
          <p:cNvSpPr>
            <a:spLocks noGrp="1"/>
          </p:cNvSpPr>
          <p:nvPr>
            <p:ph type="pic" sz="quarter" idx="11"/>
          </p:nvPr>
        </p:nvSpPr>
        <p:spPr>
          <a:xfrm>
            <a:off x="6210300" y="3854450"/>
            <a:ext cx="2316163" cy="2538413"/>
          </a:xfrm>
        </p:spPr>
        <p:txBody>
          <a:bodyPr/>
          <a:lstStyle/>
          <a:p>
            <a:r>
              <a:rPr lang="en-US"/>
              <a:t>Click icon to add picture</a:t>
            </a:r>
          </a:p>
        </p:txBody>
      </p:sp>
      <p:sp>
        <p:nvSpPr>
          <p:cNvPr id="14" name="Picture Placeholder 13">
            <a:extLst>
              <a:ext uri="{FF2B5EF4-FFF2-40B4-BE49-F238E27FC236}">
                <a16:creationId xmlns:a16="http://schemas.microsoft.com/office/drawing/2014/main" id="{3D4E5783-2917-458E-BE61-F3D5AAA8F976}"/>
              </a:ext>
            </a:extLst>
          </p:cNvPr>
          <p:cNvSpPr>
            <a:spLocks noGrp="1"/>
          </p:cNvSpPr>
          <p:nvPr>
            <p:ph type="pic" sz="quarter" idx="10"/>
          </p:nvPr>
        </p:nvSpPr>
        <p:spPr>
          <a:xfrm>
            <a:off x="6210300" y="465138"/>
            <a:ext cx="4953000" cy="3090862"/>
          </a:xfrm>
        </p:spPr>
        <p:txBody>
          <a:bodyPr/>
          <a:lstStyle/>
          <a:p>
            <a:r>
              <a:rPr lang="en-US"/>
              <a:t>Click icon to add picture</a:t>
            </a:r>
          </a:p>
        </p:txBody>
      </p:sp>
      <p:sp>
        <p:nvSpPr>
          <p:cNvPr id="23" name="Text Placeholder 22">
            <a:extLst>
              <a:ext uri="{FF2B5EF4-FFF2-40B4-BE49-F238E27FC236}">
                <a16:creationId xmlns:a16="http://schemas.microsoft.com/office/drawing/2014/main" id="{B1D734B5-5F1C-4E34-81FF-AD75105E8391}"/>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latin typeface="+mj-lt"/>
              </a:defRPr>
            </a:lvl1pPr>
          </a:lstStyle>
          <a:p>
            <a:pPr lvl="0"/>
            <a:r>
              <a:rPr lang="en-US" dirty="0"/>
              <a:t>01</a:t>
            </a:r>
          </a:p>
        </p:txBody>
      </p:sp>
      <p:sp>
        <p:nvSpPr>
          <p:cNvPr id="19" name="Text Placeholder 18">
            <a:extLst>
              <a:ext uri="{FF2B5EF4-FFF2-40B4-BE49-F238E27FC236}">
                <a16:creationId xmlns:a16="http://schemas.microsoft.com/office/drawing/2014/main" id="{65757DE8-43D6-4A47-ABC9-B39EC8016CB2}"/>
              </a:ext>
            </a:extLst>
          </p:cNvPr>
          <p:cNvSpPr>
            <a:spLocks noGrp="1"/>
          </p:cNvSpPr>
          <p:nvPr>
            <p:ph type="body" sz="quarter" idx="13"/>
          </p:nvPr>
        </p:nvSpPr>
        <p:spPr>
          <a:xfrm>
            <a:off x="1040130" y="2009775"/>
            <a:ext cx="3924300" cy="4391025"/>
          </a:xfrm>
        </p:spPr>
        <p:txBody>
          <a:bodyPr>
            <a:normAutofit/>
          </a:bodyPr>
          <a:lstStyle>
            <a:lvl1pPr marL="0" indent="0">
              <a:lnSpc>
                <a:spcPct val="150000"/>
              </a:lnSpc>
              <a:buNone/>
              <a:defRPr sz="1600">
                <a:solidFill>
                  <a:schemeClr val="accent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30" name="Date Placeholder 3">
            <a:extLst>
              <a:ext uri="{FF2B5EF4-FFF2-40B4-BE49-F238E27FC236}">
                <a16:creationId xmlns:a16="http://schemas.microsoft.com/office/drawing/2014/main" id="{984C97B0-0D42-4831-9ABD-390370C0F0B6}"/>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C81873-7D47-483D-BCB4-50DD9806C720}" type="datetime1">
              <a:rPr lang="en-US" smtClean="0"/>
              <a:t>11/29/2025</a:t>
            </a:fld>
            <a:endParaRPr lang="en-US" dirty="0"/>
          </a:p>
        </p:txBody>
      </p:sp>
      <p:sp>
        <p:nvSpPr>
          <p:cNvPr id="31" name="Slide Number Placeholder 5">
            <a:extLst>
              <a:ext uri="{FF2B5EF4-FFF2-40B4-BE49-F238E27FC236}">
                <a16:creationId xmlns:a16="http://schemas.microsoft.com/office/drawing/2014/main" id="{CE8438DF-723C-49AB-AD18-1C40F107F5B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032FDE8-62A6-4290-88E6-2795313DE27E}"/>
              </a:ext>
            </a:extLst>
          </p:cNvPr>
          <p:cNvSpPr>
            <a:spLocks noGrp="1"/>
          </p:cNvSpPr>
          <p:nvPr>
            <p:ph type="title" hasCustomPrompt="1"/>
          </p:nvPr>
        </p:nvSpPr>
        <p:spPr>
          <a:xfrm>
            <a:off x="1028700" y="465137"/>
            <a:ext cx="3935647" cy="1340615"/>
          </a:xfrm>
        </p:spPr>
        <p:txBody>
          <a:bodyPr vert="horz" lIns="91440" tIns="45720" rIns="91440" bIns="45720" rtlCol="0" anchor="ctr">
            <a:noAutofit/>
          </a:bodyPr>
          <a:lstStyle>
            <a:lvl1pPr>
              <a:defRPr lang="en-US">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BC85317C-3A2D-483F-B913-714129E195A2}"/>
              </a:ext>
            </a:extLst>
          </p:cNvPr>
          <p:cNvSpPr>
            <a:spLocks noGrp="1"/>
          </p:cNvSpPr>
          <p:nvPr>
            <p:ph type="body" sz="quarter" idx="13" hasCustomPrompt="1"/>
          </p:nvPr>
        </p:nvSpPr>
        <p:spPr>
          <a:xfrm>
            <a:off x="2773045" y="2426610"/>
            <a:ext cx="2378075" cy="1111250"/>
          </a:xfrm>
        </p:spPr>
        <p:txBody>
          <a:bodyPr>
            <a:noAutofit/>
          </a:bodyPr>
          <a:lstStyle>
            <a:lvl1pPr marL="0" indent="0">
              <a:lnSpc>
                <a:spcPct val="90000"/>
              </a:lnSpc>
              <a:buNone/>
              <a:defRPr sz="8800">
                <a:solidFill>
                  <a:schemeClr val="bg1"/>
                </a:solidFill>
              </a:defRPr>
            </a:lvl1pPr>
          </a:lstStyle>
          <a:p>
            <a:pPr lvl="0"/>
            <a:r>
              <a:rPr lang="en-US" dirty="0"/>
              <a:t>02</a:t>
            </a:r>
          </a:p>
        </p:txBody>
      </p:sp>
      <p:sp>
        <p:nvSpPr>
          <p:cNvPr id="2" name="Title 1">
            <a:extLst>
              <a:ext uri="{FF2B5EF4-FFF2-40B4-BE49-F238E27FC236}">
                <a16:creationId xmlns:a16="http://schemas.microsoft.com/office/drawing/2014/main" id="{C45DFEC7-1EEC-4FF2-868A-9799EA69FE87}"/>
              </a:ext>
            </a:extLst>
          </p:cNvPr>
          <p:cNvSpPr>
            <a:spLocks noGrp="1"/>
          </p:cNvSpPr>
          <p:nvPr>
            <p:ph type="title"/>
          </p:nvPr>
        </p:nvSpPr>
        <p:spPr>
          <a:xfrm>
            <a:off x="3037155" y="2714986"/>
            <a:ext cx="6674802" cy="655320"/>
          </a:xfrm>
        </p:spPr>
        <p:txBody>
          <a:bodyPr vert="horz" lIns="91440" tIns="45720" rIns="91440" bIns="45720" rtlCol="0">
            <a:normAutofit/>
          </a:bodyPr>
          <a:lstStyle>
            <a:lvl1pPr>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and Graph">
    <p:bg>
      <p:bgPr>
        <a:solidFill>
          <a:schemeClr val="bg2"/>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11/29/2025</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11/29/2025</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7" name="Picture Placeholder 6">
            <a:extLst>
              <a:ext uri="{FF2B5EF4-FFF2-40B4-BE49-F238E27FC236}">
                <a16:creationId xmlns:a16="http://schemas.microsoft.com/office/drawing/2014/main" id="{2364FFEF-B933-46C6-A918-A80C987DB70F}"/>
              </a:ext>
            </a:extLst>
          </p:cNvPr>
          <p:cNvSpPr>
            <a:spLocks noGrp="1"/>
          </p:cNvSpPr>
          <p:nvPr>
            <p:ph type="pic" sz="quarter" idx="10"/>
          </p:nvPr>
        </p:nvSpPr>
        <p:spPr>
          <a:xfrm>
            <a:off x="1022147" y="0"/>
            <a:ext cx="3938588" cy="6400800"/>
          </a:xfrm>
        </p:spPr>
        <p:txBody>
          <a:bodyPr/>
          <a:lstStyle/>
          <a:p>
            <a:r>
              <a:rPr lang="en-US"/>
              <a:t>Click icon to add picture</a:t>
            </a:r>
          </a:p>
        </p:txBody>
      </p:sp>
      <p:pic>
        <p:nvPicPr>
          <p:cNvPr id="4" name="Picture 3" hidden="1">
            <a:extLst>
              <a:ext uri="{FF2B5EF4-FFF2-40B4-BE49-F238E27FC236}">
                <a16:creationId xmlns:a16="http://schemas.microsoft.com/office/drawing/2014/main" id="{59E5EAF8-68C2-4910-8F66-D9320B9574C2}"/>
              </a:ext>
            </a:extLst>
          </p:cNvPr>
          <p:cNvPicPr>
            <a:picLocks noChangeAspect="1"/>
          </p:cNvPicPr>
          <p:nvPr userDrawn="1"/>
        </p:nvPicPr>
        <p:blipFill>
          <a:blip r:embed="rId2"/>
          <a:stretch>
            <a:fillRect/>
          </a:stretch>
        </p:blipFill>
        <p:spPr>
          <a:xfrm>
            <a:off x="5947967" y="2105933"/>
            <a:ext cx="5297883" cy="1024217"/>
          </a:xfrm>
          <a:prstGeom prst="rect">
            <a:avLst/>
          </a:prstGeom>
        </p:spPr>
      </p:pic>
      <p:sp>
        <p:nvSpPr>
          <p:cNvPr id="5" name="Title 4">
            <a:extLst>
              <a:ext uri="{FF2B5EF4-FFF2-40B4-BE49-F238E27FC236}">
                <a16:creationId xmlns:a16="http://schemas.microsoft.com/office/drawing/2014/main" id="{E3BE48E1-D3BE-4B52-B2EC-13A514CB0530}"/>
              </a:ext>
            </a:extLst>
          </p:cNvPr>
          <p:cNvSpPr>
            <a:spLocks noGrp="1"/>
          </p:cNvSpPr>
          <p:nvPr>
            <p:ph type="title"/>
          </p:nvPr>
        </p:nvSpPr>
        <p:spPr>
          <a:xfrm>
            <a:off x="5947966" y="2105933"/>
            <a:ext cx="5297883" cy="2237467"/>
          </a:xfrm>
        </p:spPr>
        <p:txBody>
          <a:bodyPr anchor="t">
            <a:normAutofit/>
          </a:bodyPr>
          <a:lstStyle>
            <a:lvl1pPr>
              <a:lnSpc>
                <a:spcPct val="150000"/>
              </a:lnSpc>
              <a:spcBef>
                <a:spcPts val="1000"/>
              </a:spcBef>
              <a:defRPr sz="2000">
                <a:solidFill>
                  <a:schemeClr val="accent2">
                    <a:lumMod val="50000"/>
                  </a:schemeClr>
                </a:solidFill>
              </a:defRPr>
            </a:lvl1pPr>
          </a:lstStyle>
          <a:p>
            <a:r>
              <a:rPr lang="en-US"/>
              <a:t>Click to edit Master title style</a:t>
            </a:r>
          </a:p>
        </p:txBody>
      </p:sp>
    </p:spTree>
    <p:extLst>
      <p:ext uri="{BB962C8B-B14F-4D97-AF65-F5344CB8AC3E}">
        <p14:creationId xmlns:p14="http://schemas.microsoft.com/office/powerpoint/2010/main" val="2516745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meline">
    <p:bg>
      <p:bgRef idx="1001">
        <a:schemeClr val="bg2"/>
      </p:bgRef>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50815B22-13FE-47CD-9F79-73704A278BD7}"/>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5DB74C9-B808-4394-A017-79C83B2524EF}" type="datetime1">
              <a:rPr lang="en-US" smtClean="0"/>
              <a:t>11/29/2025</a:t>
            </a:fld>
            <a:endParaRPr lang="en-US" dirty="0"/>
          </a:p>
        </p:txBody>
      </p:sp>
      <p:sp>
        <p:nvSpPr>
          <p:cNvPr id="16" name="Slide Number Placeholder 5">
            <a:extLst>
              <a:ext uri="{FF2B5EF4-FFF2-40B4-BE49-F238E27FC236}">
                <a16:creationId xmlns:a16="http://schemas.microsoft.com/office/drawing/2014/main" id="{D7669539-CB64-44F5-999D-7B9E61F8AF9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822BA076-F3B9-47CB-80C2-BE29F157D044}"/>
              </a:ext>
            </a:extLst>
          </p:cNvPr>
          <p:cNvSpPr>
            <a:spLocks noGrp="1"/>
          </p:cNvSpPr>
          <p:nvPr>
            <p:ph sz="quarter" idx="11"/>
          </p:nvPr>
        </p:nvSpPr>
        <p:spPr>
          <a:xfrm>
            <a:off x="854075" y="1625600"/>
            <a:ext cx="1049972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E909627E-FE70-43A1-B0CB-4D4F6C32C2D0}"/>
              </a:ext>
            </a:extLst>
          </p:cNvPr>
          <p:cNvSpPr>
            <a:spLocks noGrp="1"/>
          </p:cNvSpPr>
          <p:nvPr>
            <p:ph type="title" hasCustomPrompt="1"/>
          </p:nvPr>
        </p:nvSpPr>
        <p:spPr>
          <a:xfrm>
            <a:off x="854074" y="122239"/>
            <a:ext cx="10499725" cy="1355724"/>
          </a:xfrm>
        </p:spPr>
        <p:txBody>
          <a:bodyPr vert="horz" lIns="91440" tIns="45720" rIns="91440" bIns="45720" rtlCol="0" anchor="ctr">
            <a:normAutofit/>
          </a:bodyPr>
          <a:lstStyle>
            <a:lvl1pPr algn="ctr">
              <a:defRPr lang="en-US">
                <a:solidFill>
                  <a:schemeClr val="accent2">
                    <a:lumMod val="50000"/>
                  </a:schemeClr>
                </a:solidFill>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47694759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accent2"/>
        </a:solidFill>
        <a:effectLst/>
      </p:bgPr>
    </p:bg>
    <p:spTree>
      <p:nvGrpSpPr>
        <p:cNvPr id="1" name=""/>
        <p:cNvGrpSpPr/>
        <p:nvPr/>
      </p:nvGrpSpPr>
      <p:grpSpPr>
        <a:xfrm>
          <a:off x="0" y="0"/>
          <a:ext cx="0" cy="0"/>
          <a:chOff x="0" y="0"/>
          <a:chExt cx="0" cy="0"/>
        </a:xfrm>
      </p:grpSpPr>
      <p:sp>
        <p:nvSpPr>
          <p:cNvPr id="34" name="Text Placeholder 22">
            <a:extLst>
              <a:ext uri="{FF2B5EF4-FFF2-40B4-BE49-F238E27FC236}">
                <a16:creationId xmlns:a16="http://schemas.microsoft.com/office/drawing/2014/main" id="{41BF345D-81AF-4851-83A1-623398489054}"/>
              </a:ext>
            </a:extLst>
          </p:cNvPr>
          <p:cNvSpPr>
            <a:spLocks noGrp="1"/>
          </p:cNvSpPr>
          <p:nvPr>
            <p:ph type="body" sz="quarter" idx="21" hasCustomPrompt="1"/>
          </p:nvPr>
        </p:nvSpPr>
        <p:spPr>
          <a:xfrm>
            <a:off x="761917" y="517972"/>
            <a:ext cx="3108960" cy="1333500"/>
          </a:xfrm>
        </p:spPr>
        <p:txBody>
          <a:bodyPr>
            <a:noAutofit/>
          </a:bodyPr>
          <a:lstStyle>
            <a:lvl1pPr marL="0" indent="0">
              <a:lnSpc>
                <a:spcPct val="90000"/>
              </a:lnSpc>
              <a:buNone/>
              <a:defRPr sz="8800" b="1">
                <a:solidFill>
                  <a:schemeClr val="tx1"/>
                </a:solidFill>
              </a:defRPr>
            </a:lvl1pPr>
          </a:lstStyle>
          <a:p>
            <a:pPr lvl="0"/>
            <a:r>
              <a:rPr lang="en-US" dirty="0"/>
              <a:t>01</a:t>
            </a:r>
          </a:p>
        </p:txBody>
      </p:sp>
      <p:sp>
        <p:nvSpPr>
          <p:cNvPr id="21" name="Picture Placeholder 20">
            <a:extLst>
              <a:ext uri="{FF2B5EF4-FFF2-40B4-BE49-F238E27FC236}">
                <a16:creationId xmlns:a16="http://schemas.microsoft.com/office/drawing/2014/main" id="{EC4F3A57-45ED-498D-858C-3EE63DF129C4}"/>
              </a:ext>
            </a:extLst>
          </p:cNvPr>
          <p:cNvSpPr>
            <a:spLocks noGrp="1"/>
          </p:cNvSpPr>
          <p:nvPr>
            <p:ph type="pic" sz="quarter" idx="11"/>
          </p:nvPr>
        </p:nvSpPr>
        <p:spPr>
          <a:xfrm>
            <a:off x="1036601" y="3552677"/>
            <a:ext cx="1874874" cy="2848123"/>
          </a:xfrm>
        </p:spPr>
        <p:txBody>
          <a:bodyPr/>
          <a:lstStyle/>
          <a:p>
            <a:r>
              <a:rPr lang="en-US"/>
              <a:t>Click icon to add picture</a:t>
            </a:r>
          </a:p>
        </p:txBody>
      </p:sp>
      <p:sp>
        <p:nvSpPr>
          <p:cNvPr id="22" name="Picture Placeholder 20">
            <a:extLst>
              <a:ext uri="{FF2B5EF4-FFF2-40B4-BE49-F238E27FC236}">
                <a16:creationId xmlns:a16="http://schemas.microsoft.com/office/drawing/2014/main" id="{1AC5BB09-E3BA-4948-93B3-EDCAAB803112}"/>
              </a:ext>
            </a:extLst>
          </p:cNvPr>
          <p:cNvSpPr>
            <a:spLocks noGrp="1"/>
          </p:cNvSpPr>
          <p:nvPr>
            <p:ph type="pic" sz="quarter" idx="12"/>
          </p:nvPr>
        </p:nvSpPr>
        <p:spPr>
          <a:xfrm>
            <a:off x="3101197" y="3552677"/>
            <a:ext cx="1874874" cy="2848123"/>
          </a:xfrm>
        </p:spPr>
        <p:txBody>
          <a:bodyPr/>
          <a:lstStyle/>
          <a:p>
            <a:r>
              <a:rPr lang="en-US"/>
              <a:t>Click icon to add picture</a:t>
            </a:r>
            <a:endParaRPr lang="en-US" dirty="0"/>
          </a:p>
        </p:txBody>
      </p:sp>
      <p:sp>
        <p:nvSpPr>
          <p:cNvPr id="23" name="Picture Placeholder 20">
            <a:extLst>
              <a:ext uri="{FF2B5EF4-FFF2-40B4-BE49-F238E27FC236}">
                <a16:creationId xmlns:a16="http://schemas.microsoft.com/office/drawing/2014/main" id="{BF83C6B7-5484-4586-8830-098BDCD9C987}"/>
              </a:ext>
            </a:extLst>
          </p:cNvPr>
          <p:cNvSpPr>
            <a:spLocks noGrp="1"/>
          </p:cNvSpPr>
          <p:nvPr>
            <p:ph type="pic" sz="quarter" idx="13"/>
          </p:nvPr>
        </p:nvSpPr>
        <p:spPr>
          <a:xfrm>
            <a:off x="5166324" y="3552677"/>
            <a:ext cx="1874874" cy="2848123"/>
          </a:xfrm>
        </p:spPr>
        <p:txBody>
          <a:bodyPr/>
          <a:lstStyle/>
          <a:p>
            <a:r>
              <a:rPr lang="en-US"/>
              <a:t>Click icon to add picture</a:t>
            </a:r>
          </a:p>
        </p:txBody>
      </p:sp>
      <p:sp>
        <p:nvSpPr>
          <p:cNvPr id="24" name="Picture Placeholder 20">
            <a:extLst>
              <a:ext uri="{FF2B5EF4-FFF2-40B4-BE49-F238E27FC236}">
                <a16:creationId xmlns:a16="http://schemas.microsoft.com/office/drawing/2014/main" id="{0C5663B1-EED6-4D80-A7C2-19E1366387A4}"/>
              </a:ext>
            </a:extLst>
          </p:cNvPr>
          <p:cNvSpPr>
            <a:spLocks noGrp="1"/>
          </p:cNvSpPr>
          <p:nvPr>
            <p:ph type="pic" sz="quarter" idx="14"/>
          </p:nvPr>
        </p:nvSpPr>
        <p:spPr>
          <a:xfrm>
            <a:off x="7239069" y="3552677"/>
            <a:ext cx="1874874" cy="2848123"/>
          </a:xfrm>
        </p:spPr>
        <p:txBody>
          <a:bodyPr/>
          <a:lstStyle/>
          <a:p>
            <a:r>
              <a:rPr lang="en-US"/>
              <a:t>Click icon to add picture</a:t>
            </a:r>
          </a:p>
        </p:txBody>
      </p:sp>
      <p:sp>
        <p:nvSpPr>
          <p:cNvPr id="25" name="Picture Placeholder 20">
            <a:extLst>
              <a:ext uri="{FF2B5EF4-FFF2-40B4-BE49-F238E27FC236}">
                <a16:creationId xmlns:a16="http://schemas.microsoft.com/office/drawing/2014/main" id="{D21E7B61-407B-40A7-9AF6-0D7E7106BCFC}"/>
              </a:ext>
            </a:extLst>
          </p:cNvPr>
          <p:cNvSpPr>
            <a:spLocks noGrp="1"/>
          </p:cNvSpPr>
          <p:nvPr>
            <p:ph type="pic" sz="quarter" idx="15"/>
          </p:nvPr>
        </p:nvSpPr>
        <p:spPr>
          <a:xfrm>
            <a:off x="9296046" y="3552677"/>
            <a:ext cx="1874874" cy="2848123"/>
          </a:xfrm>
        </p:spPr>
        <p:txBody>
          <a:bodyPr/>
          <a:lstStyle/>
          <a:p>
            <a:r>
              <a:rPr lang="en-US"/>
              <a:t>Click icon to add picture</a:t>
            </a:r>
          </a:p>
        </p:txBody>
      </p:sp>
      <p:sp>
        <p:nvSpPr>
          <p:cNvPr id="30" name="Date Placeholder 3">
            <a:extLst>
              <a:ext uri="{FF2B5EF4-FFF2-40B4-BE49-F238E27FC236}">
                <a16:creationId xmlns:a16="http://schemas.microsoft.com/office/drawing/2014/main" id="{415C3ACC-5A8A-46E6-BA0D-90ADD27E2F85}"/>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AD2DF6D-B715-4785-8DEA-9165C638CF44}" type="datetime1">
              <a:rPr lang="en-US" smtClean="0"/>
              <a:t>11/29/2025</a:t>
            </a:fld>
            <a:endParaRPr lang="en-US" dirty="0"/>
          </a:p>
        </p:txBody>
      </p:sp>
      <p:sp>
        <p:nvSpPr>
          <p:cNvPr id="31" name="Slide Number Placeholder 5">
            <a:extLst>
              <a:ext uri="{FF2B5EF4-FFF2-40B4-BE49-F238E27FC236}">
                <a16:creationId xmlns:a16="http://schemas.microsoft.com/office/drawing/2014/main" id="{0D00A5C2-DCEE-4CB3-9307-61EB88B1D59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3E8CB70-B054-4294-AD29-EE7A75C723E5}"/>
              </a:ext>
            </a:extLst>
          </p:cNvPr>
          <p:cNvSpPr>
            <a:spLocks noGrp="1"/>
          </p:cNvSpPr>
          <p:nvPr>
            <p:ph type="title"/>
          </p:nvPr>
        </p:nvSpPr>
        <p:spPr>
          <a:xfrm>
            <a:off x="1051560" y="651507"/>
            <a:ext cx="8991563" cy="1005839"/>
          </a:xfrm>
        </p:spPr>
        <p:txBody>
          <a:bodyPr vert="horz" lIns="91440" tIns="45720" rIns="91440" bIns="45720" rtlCol="0" anchor="ctr">
            <a:noAutofit/>
          </a:bodyPr>
          <a:lstStyle>
            <a:lvl1pPr>
              <a:lnSpc>
                <a:spcPct val="90000"/>
              </a:lnSpc>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
        <p:nvSpPr>
          <p:cNvPr id="4" name="Text Placeholder 3">
            <a:extLst>
              <a:ext uri="{FF2B5EF4-FFF2-40B4-BE49-F238E27FC236}">
                <a16:creationId xmlns:a16="http://schemas.microsoft.com/office/drawing/2014/main" id="{28E0D608-4E7A-4014-9F62-CB43A0C83943}"/>
              </a:ext>
            </a:extLst>
          </p:cNvPr>
          <p:cNvSpPr>
            <a:spLocks noGrp="1"/>
          </p:cNvSpPr>
          <p:nvPr>
            <p:ph type="body" sz="quarter" idx="16" hasCustomPrompt="1"/>
          </p:nvPr>
        </p:nvSpPr>
        <p:spPr>
          <a:xfrm>
            <a:off x="1036638" y="2717800"/>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6" name="Text Placeholder 3">
            <a:extLst>
              <a:ext uri="{FF2B5EF4-FFF2-40B4-BE49-F238E27FC236}">
                <a16:creationId xmlns:a16="http://schemas.microsoft.com/office/drawing/2014/main" id="{9C3A63B0-4EEA-45BC-A016-5FDA0969EA00}"/>
              </a:ext>
            </a:extLst>
          </p:cNvPr>
          <p:cNvSpPr>
            <a:spLocks noGrp="1"/>
          </p:cNvSpPr>
          <p:nvPr>
            <p:ph type="body" sz="quarter" idx="17" hasCustomPrompt="1"/>
          </p:nvPr>
        </p:nvSpPr>
        <p:spPr>
          <a:xfrm>
            <a:off x="30861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7" name="Text Placeholder 3">
            <a:extLst>
              <a:ext uri="{FF2B5EF4-FFF2-40B4-BE49-F238E27FC236}">
                <a16:creationId xmlns:a16="http://schemas.microsoft.com/office/drawing/2014/main" id="{7080679B-5220-4478-B631-7112F870B7AC}"/>
              </a:ext>
            </a:extLst>
          </p:cNvPr>
          <p:cNvSpPr>
            <a:spLocks noGrp="1"/>
          </p:cNvSpPr>
          <p:nvPr>
            <p:ph type="body" sz="quarter" idx="18" hasCustomPrompt="1"/>
          </p:nvPr>
        </p:nvSpPr>
        <p:spPr>
          <a:xfrm>
            <a:off x="51435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8" name="Text Placeholder 3">
            <a:extLst>
              <a:ext uri="{FF2B5EF4-FFF2-40B4-BE49-F238E27FC236}">
                <a16:creationId xmlns:a16="http://schemas.microsoft.com/office/drawing/2014/main" id="{9E4F61A3-2797-46FB-ACA7-0443E3BBDD20}"/>
              </a:ext>
            </a:extLst>
          </p:cNvPr>
          <p:cNvSpPr>
            <a:spLocks noGrp="1"/>
          </p:cNvSpPr>
          <p:nvPr>
            <p:ph type="body" sz="quarter" idx="19" hasCustomPrompt="1"/>
          </p:nvPr>
        </p:nvSpPr>
        <p:spPr>
          <a:xfrm>
            <a:off x="723907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9" name="Text Placeholder 3">
            <a:extLst>
              <a:ext uri="{FF2B5EF4-FFF2-40B4-BE49-F238E27FC236}">
                <a16:creationId xmlns:a16="http://schemas.microsoft.com/office/drawing/2014/main" id="{14ED733B-1DE9-4FDC-BD5F-2BE3BB07C93E}"/>
              </a:ext>
            </a:extLst>
          </p:cNvPr>
          <p:cNvSpPr>
            <a:spLocks noGrp="1"/>
          </p:cNvSpPr>
          <p:nvPr>
            <p:ph type="body" sz="quarter" idx="20" hasCustomPrompt="1"/>
          </p:nvPr>
        </p:nvSpPr>
        <p:spPr>
          <a:xfrm>
            <a:off x="930402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Tree>
    <p:extLst>
      <p:ext uri="{BB962C8B-B14F-4D97-AF65-F5344CB8AC3E}">
        <p14:creationId xmlns:p14="http://schemas.microsoft.com/office/powerpoint/2010/main" val="240585809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1 Column">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275B11D-8F3F-472B-BBCC-A4F7415AC0A5}"/>
              </a:ext>
            </a:extLst>
          </p:cNvPr>
          <p:cNvSpPr>
            <a:spLocks noGrp="1"/>
          </p:cNvSpPr>
          <p:nvPr>
            <p:ph type="pic" sz="quarter" idx="10"/>
          </p:nvPr>
        </p:nvSpPr>
        <p:spPr>
          <a:xfrm>
            <a:off x="1028700" y="3543300"/>
            <a:ext cx="3924300" cy="3314700"/>
          </a:xfrm>
        </p:spPr>
        <p:txBody>
          <a:bodyPr/>
          <a:lstStyle/>
          <a:p>
            <a:r>
              <a:rPr lang="en-US"/>
              <a:t>Click icon to add picture</a:t>
            </a:r>
          </a:p>
        </p:txBody>
      </p:sp>
      <p:sp>
        <p:nvSpPr>
          <p:cNvPr id="6" name="Content Placeholder 2">
            <a:extLst>
              <a:ext uri="{FF2B5EF4-FFF2-40B4-BE49-F238E27FC236}">
                <a16:creationId xmlns:a16="http://schemas.microsoft.com/office/drawing/2014/main" id="{99F0629D-1A5F-4F4F-90D6-430379624EFF}"/>
              </a:ext>
            </a:extLst>
          </p:cNvPr>
          <p:cNvSpPr>
            <a:spLocks noGrp="1"/>
          </p:cNvSpPr>
          <p:nvPr>
            <p:ph idx="4294967295"/>
          </p:nvPr>
        </p:nvSpPr>
        <p:spPr>
          <a:xfrm>
            <a:off x="6191250" y="1981200"/>
            <a:ext cx="4972050" cy="4473575"/>
          </a:xfrm>
        </p:spPr>
        <p:txBody>
          <a:bodyPr>
            <a:normAutofit/>
          </a:bodyPr>
          <a:lstStyle>
            <a:lvl1pPr marL="0" indent="0">
              <a:buNone/>
              <a:defRPr/>
            </a:lvl1pPr>
          </a:lstStyle>
          <a:p>
            <a:pPr lvl="0"/>
            <a:r>
              <a:rPr lang="en-US" sz="1600">
                <a:solidFill>
                  <a:schemeClr val="tx2">
                    <a:lumMod val="50000"/>
                  </a:schemeClr>
                </a:solidFill>
                <a:latin typeface="Biome Light" panose="020B0303030204020804" pitchFamily="34" charset="0"/>
                <a:cs typeface="Biome Light" panose="020B0303030204020804" pitchFamily="34" charset="0"/>
              </a:rPr>
              <a:t>Click to edit Master text styles</a:t>
            </a:r>
          </a:p>
        </p:txBody>
      </p:sp>
      <p:sp>
        <p:nvSpPr>
          <p:cNvPr id="17" name="Date Placeholder 3">
            <a:extLst>
              <a:ext uri="{FF2B5EF4-FFF2-40B4-BE49-F238E27FC236}">
                <a16:creationId xmlns:a16="http://schemas.microsoft.com/office/drawing/2014/main" id="{218C063B-0EE9-4FD5-A116-241C245452A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37AE72A-09B6-4D56-855D-4360BD347914}" type="datetime1">
              <a:rPr lang="en-US" smtClean="0"/>
              <a:t>11/29/2025</a:t>
            </a:fld>
            <a:endParaRPr lang="en-US" dirty="0"/>
          </a:p>
        </p:txBody>
      </p:sp>
      <p:sp>
        <p:nvSpPr>
          <p:cNvPr id="18" name="Slide Number Placeholder 5">
            <a:extLst>
              <a:ext uri="{FF2B5EF4-FFF2-40B4-BE49-F238E27FC236}">
                <a16:creationId xmlns:a16="http://schemas.microsoft.com/office/drawing/2014/main" id="{D417B369-6569-4DCC-B684-BE1A7C5D0B8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4AEEC1A7-43C3-481E-95D0-5616242E1A01}"/>
              </a:ext>
            </a:extLst>
          </p:cNvPr>
          <p:cNvSpPr>
            <a:spLocks noGrp="1"/>
          </p:cNvSpPr>
          <p:nvPr>
            <p:ph type="title" hasCustomPrompt="1"/>
          </p:nvPr>
        </p:nvSpPr>
        <p:spPr>
          <a:xfrm>
            <a:off x="895534" y="539225"/>
            <a:ext cx="3924300" cy="2434386"/>
          </a:xfrm>
        </p:spPr>
        <p:txBody>
          <a:bodyPr vert="horz" lIns="91440" tIns="45720" rIns="91440" bIns="45720" rtlCol="0" anchor="ctr">
            <a:norm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DC6CF0E0-8FF2-4FE7-AC69-85BEFA656508}"/>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5107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337C3D7-7DDB-42A8-901A-EC153DD27458}"/>
              </a:ext>
            </a:extLst>
          </p:cNvPr>
          <p:cNvSpPr>
            <a:spLocks noGrp="1"/>
          </p:cNvSpPr>
          <p:nvPr>
            <p:ph type="pic" sz="quarter" idx="10"/>
          </p:nvPr>
        </p:nvSpPr>
        <p:spPr>
          <a:xfrm>
            <a:off x="6210300" y="0"/>
            <a:ext cx="4953000" cy="3302000"/>
          </a:xfrm>
        </p:spPr>
        <p:txBody>
          <a:bodyPr/>
          <a:lstStyle/>
          <a:p>
            <a:r>
              <a:rPr lang="en-US"/>
              <a:t>Click icon to add picture</a:t>
            </a:r>
          </a:p>
        </p:txBody>
      </p:sp>
      <p:sp>
        <p:nvSpPr>
          <p:cNvPr id="10" name="Content Placeholder 2">
            <a:extLst>
              <a:ext uri="{FF2B5EF4-FFF2-40B4-BE49-F238E27FC236}">
                <a16:creationId xmlns:a16="http://schemas.microsoft.com/office/drawing/2014/main" id="{27B95226-A076-4D55-B408-1389A2F8C7A0}"/>
              </a:ext>
            </a:extLst>
          </p:cNvPr>
          <p:cNvSpPr>
            <a:spLocks noGrp="1"/>
          </p:cNvSpPr>
          <p:nvPr>
            <p:ph idx="4294967295" hasCustomPrompt="1"/>
          </p:nvPr>
        </p:nvSpPr>
        <p:spPr>
          <a:xfrm>
            <a:off x="1028700" y="3556002"/>
            <a:ext cx="3108960" cy="2286000"/>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4" name="Content Placeholder 2">
            <a:extLst>
              <a:ext uri="{FF2B5EF4-FFF2-40B4-BE49-F238E27FC236}">
                <a16:creationId xmlns:a16="http://schemas.microsoft.com/office/drawing/2014/main" id="{86673F10-179D-4539-AA33-AE34EC0457EF}"/>
              </a:ext>
            </a:extLst>
          </p:cNvPr>
          <p:cNvSpPr>
            <a:spLocks noGrp="1"/>
          </p:cNvSpPr>
          <p:nvPr>
            <p:ph idx="4294967295" hasCustomPrompt="1"/>
          </p:nvPr>
        </p:nvSpPr>
        <p:spPr>
          <a:xfrm>
            <a:off x="454152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9" name="Content Placeholder 2">
            <a:extLst>
              <a:ext uri="{FF2B5EF4-FFF2-40B4-BE49-F238E27FC236}">
                <a16:creationId xmlns:a16="http://schemas.microsoft.com/office/drawing/2014/main" id="{EB6CFC30-1A59-4D28-9E30-0FF7D632C6A2}"/>
              </a:ext>
            </a:extLst>
          </p:cNvPr>
          <p:cNvSpPr>
            <a:spLocks noGrp="1"/>
          </p:cNvSpPr>
          <p:nvPr>
            <p:ph idx="4294967295" hasCustomPrompt="1"/>
          </p:nvPr>
        </p:nvSpPr>
        <p:spPr>
          <a:xfrm>
            <a:off x="805434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24" name="Date Placeholder 3">
            <a:extLst>
              <a:ext uri="{FF2B5EF4-FFF2-40B4-BE49-F238E27FC236}">
                <a16:creationId xmlns:a16="http://schemas.microsoft.com/office/drawing/2014/main" id="{C4F3CC75-F9FA-4F77-9DD5-7E6C0F5C9829}"/>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199D1A0-04AB-4DD4-B9DB-BDEC5E64C94C}" type="datetime1">
              <a:rPr lang="en-US" smtClean="0"/>
              <a:t>11/29/2025</a:t>
            </a:fld>
            <a:endParaRPr lang="en-US" dirty="0"/>
          </a:p>
        </p:txBody>
      </p:sp>
      <p:sp>
        <p:nvSpPr>
          <p:cNvPr id="25" name="Slide Number Placeholder 5">
            <a:extLst>
              <a:ext uri="{FF2B5EF4-FFF2-40B4-BE49-F238E27FC236}">
                <a16:creationId xmlns:a16="http://schemas.microsoft.com/office/drawing/2014/main" id="{93B5B65C-5DE0-4F81-8115-758CDB591FA7}"/>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1" name="Title 1">
            <a:extLst>
              <a:ext uri="{FF2B5EF4-FFF2-40B4-BE49-F238E27FC236}">
                <a16:creationId xmlns:a16="http://schemas.microsoft.com/office/drawing/2014/main" id="{EF4A2ACE-2D85-4F78-818F-BBA6F6F0CC53}"/>
              </a:ext>
            </a:extLst>
          </p:cNvPr>
          <p:cNvSpPr>
            <a:spLocks noGrp="1"/>
          </p:cNvSpPr>
          <p:nvPr>
            <p:ph type="title" hasCustomPrompt="1"/>
          </p:nvPr>
        </p:nvSpPr>
        <p:spPr>
          <a:xfrm>
            <a:off x="895530" y="539225"/>
            <a:ext cx="3924300" cy="2434386"/>
          </a:xfrm>
        </p:spPr>
        <p:txBody>
          <a:bodyPr vert="horz" lIns="91440" tIns="45720" rIns="91440" bIns="45720" rtlCol="0" anchor="ctr">
            <a:normAutofit/>
          </a:bodyPr>
          <a:lstStyle>
            <a:lvl1pPr>
              <a:defRPr lang="en-US" sz="7200" dirty="0">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Click to add title</a:t>
            </a:r>
          </a:p>
        </p:txBody>
      </p:sp>
      <p:cxnSp>
        <p:nvCxnSpPr>
          <p:cNvPr id="3" name="Straight Connector 2">
            <a:extLst>
              <a:ext uri="{FF2B5EF4-FFF2-40B4-BE49-F238E27FC236}">
                <a16:creationId xmlns:a16="http://schemas.microsoft.com/office/drawing/2014/main" id="{E4DCD8D3-DF79-446E-9961-5797EE888B4C}"/>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920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2"/>
        </a:solidFill>
        <a:effectLst/>
      </p:bgPr>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FCB4EDDC-C544-421C-905C-A4D40D98A51D}"/>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F53EA80-260A-4EE9-83BB-E6DD04DEA906}" type="datetime1">
              <a:rPr lang="en-US" smtClean="0"/>
              <a:t>11/29/2025</a:t>
            </a:fld>
            <a:endParaRPr lang="en-US" dirty="0"/>
          </a:p>
        </p:txBody>
      </p:sp>
      <p:sp>
        <p:nvSpPr>
          <p:cNvPr id="16" name="Slide Number Placeholder 5">
            <a:extLst>
              <a:ext uri="{FF2B5EF4-FFF2-40B4-BE49-F238E27FC236}">
                <a16:creationId xmlns:a16="http://schemas.microsoft.com/office/drawing/2014/main" id="{D9CBFDBF-2D2B-469A-9B2F-72F90474FB6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1BA55D6-2810-4163-9D43-FEDA674E2D4C}"/>
              </a:ext>
            </a:extLst>
          </p:cNvPr>
          <p:cNvSpPr>
            <a:spLocks noGrp="1"/>
          </p:cNvSpPr>
          <p:nvPr>
            <p:ph type="title" hasCustomPrompt="1"/>
          </p:nvPr>
        </p:nvSpPr>
        <p:spPr>
          <a:xfrm>
            <a:off x="896829" y="573503"/>
            <a:ext cx="10156826" cy="1369591"/>
          </a:xfrm>
        </p:spPr>
        <p:txBody>
          <a:bodyPr vert="horz" lIns="91440" tIns="45720" rIns="91440" bIns="45720" rtlCol="0" anchor="ctr">
            <a:no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C9E87E0B-D644-4037-B322-715C648BAD3B}"/>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4195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9" name="Picture Placeholder 15">
            <a:extLst>
              <a:ext uri="{FF2B5EF4-FFF2-40B4-BE49-F238E27FC236}">
                <a16:creationId xmlns:a16="http://schemas.microsoft.com/office/drawing/2014/main" id="{940246AD-CE4F-4FD8-BCF6-5BA9ED62ACDA}"/>
              </a:ext>
            </a:extLst>
          </p:cNvPr>
          <p:cNvSpPr>
            <a:spLocks noGrp="1"/>
          </p:cNvSpPr>
          <p:nvPr>
            <p:ph type="pic" sz="quarter" idx="11"/>
          </p:nvPr>
        </p:nvSpPr>
        <p:spPr>
          <a:xfrm>
            <a:off x="6210300" y="3543302"/>
            <a:ext cx="4953000" cy="2849562"/>
          </a:xfrm>
        </p:spPr>
        <p:txBody>
          <a:bodyPr/>
          <a:lstStyle/>
          <a:p>
            <a:r>
              <a:rPr lang="en-US"/>
              <a:t>Click icon to add picture</a:t>
            </a:r>
            <a:endParaRPr lang="en-US" dirty="0"/>
          </a:p>
        </p:txBody>
      </p:sp>
      <p:sp>
        <p:nvSpPr>
          <p:cNvPr id="10" name="Picture Placeholder 13">
            <a:extLst>
              <a:ext uri="{FF2B5EF4-FFF2-40B4-BE49-F238E27FC236}">
                <a16:creationId xmlns:a16="http://schemas.microsoft.com/office/drawing/2014/main" id="{F8ECBB79-D5D3-4ECE-99F9-1B6834629E46}"/>
              </a:ext>
            </a:extLst>
          </p:cNvPr>
          <p:cNvSpPr>
            <a:spLocks noGrp="1"/>
          </p:cNvSpPr>
          <p:nvPr>
            <p:ph type="pic" sz="quarter" idx="10"/>
          </p:nvPr>
        </p:nvSpPr>
        <p:spPr>
          <a:xfrm>
            <a:off x="6210300" y="465138"/>
            <a:ext cx="4953000" cy="2849562"/>
          </a:xfrm>
        </p:spPr>
        <p:txBody>
          <a:bodyPr/>
          <a:lstStyle/>
          <a:p>
            <a:r>
              <a:rPr lang="en-US"/>
              <a:t>Click icon to add picture</a:t>
            </a:r>
            <a:endParaRPr lang="en-US" dirty="0"/>
          </a:p>
        </p:txBody>
      </p:sp>
      <p:sp>
        <p:nvSpPr>
          <p:cNvPr id="11" name="Text Placeholder 22">
            <a:extLst>
              <a:ext uri="{FF2B5EF4-FFF2-40B4-BE49-F238E27FC236}">
                <a16:creationId xmlns:a16="http://schemas.microsoft.com/office/drawing/2014/main" id="{C667C6DE-A3D4-4738-B7FC-43FB39FD7A28}"/>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defRPr>
            </a:lvl1pPr>
          </a:lstStyle>
          <a:p>
            <a:pPr lvl="0"/>
            <a:r>
              <a:rPr lang="en-US" dirty="0"/>
              <a:t>01</a:t>
            </a:r>
          </a:p>
        </p:txBody>
      </p:sp>
      <p:sp>
        <p:nvSpPr>
          <p:cNvPr id="12" name="Text Placeholder 18">
            <a:extLst>
              <a:ext uri="{FF2B5EF4-FFF2-40B4-BE49-F238E27FC236}">
                <a16:creationId xmlns:a16="http://schemas.microsoft.com/office/drawing/2014/main" id="{12C18C04-19C8-4ECC-83E8-6E65128CEF48}"/>
              </a:ext>
            </a:extLst>
          </p:cNvPr>
          <p:cNvSpPr>
            <a:spLocks noGrp="1"/>
          </p:cNvSpPr>
          <p:nvPr>
            <p:ph type="body" sz="quarter" idx="13"/>
          </p:nvPr>
        </p:nvSpPr>
        <p:spPr>
          <a:xfrm>
            <a:off x="1040130" y="2009776"/>
            <a:ext cx="3924300" cy="2849562"/>
          </a:xfrm>
        </p:spPr>
        <p:txBody>
          <a:bodyPr>
            <a:normAutofit/>
          </a:bodyPr>
          <a:lstStyle>
            <a:lvl1pPr marL="0" indent="0">
              <a:buNone/>
              <a:defRPr sz="1600">
                <a:solidFill>
                  <a:schemeClr val="tx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15" name="Text Placeholder 14">
            <a:extLst>
              <a:ext uri="{FF2B5EF4-FFF2-40B4-BE49-F238E27FC236}">
                <a16:creationId xmlns:a16="http://schemas.microsoft.com/office/drawing/2014/main" id="{4D14E5D8-EB42-4C87-B4AE-4746909A2D33}"/>
              </a:ext>
            </a:extLst>
          </p:cNvPr>
          <p:cNvSpPr>
            <a:spLocks noGrp="1"/>
          </p:cNvSpPr>
          <p:nvPr>
            <p:ph type="body" sz="quarter" idx="16"/>
          </p:nvPr>
        </p:nvSpPr>
        <p:spPr>
          <a:xfrm>
            <a:off x="1039813" y="5067300"/>
            <a:ext cx="3913187" cy="1319213"/>
          </a:xfrm>
        </p:spPr>
        <p:txBody>
          <a:bodyPr>
            <a:normAutofit/>
          </a:bodyPr>
          <a:lstStyle>
            <a:lvl1pPr>
              <a:defRPr lang="en-US" sz="1600" kern="1200" dirty="0" smtClean="0">
                <a:solidFill>
                  <a:schemeClr val="tx2">
                    <a:lumMod val="50000"/>
                  </a:schemeClr>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20" name="Date Placeholder 3">
            <a:extLst>
              <a:ext uri="{FF2B5EF4-FFF2-40B4-BE49-F238E27FC236}">
                <a16:creationId xmlns:a16="http://schemas.microsoft.com/office/drawing/2014/main" id="{0649945F-7BBD-4042-AA34-709CE3402EE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CD80274-DEF2-4F5D-8F74-69D0554CED55}" type="datetime1">
              <a:rPr lang="en-US" smtClean="0"/>
              <a:t>11/29/2025</a:t>
            </a:fld>
            <a:endParaRPr lang="en-US" dirty="0"/>
          </a:p>
        </p:txBody>
      </p:sp>
      <p:sp>
        <p:nvSpPr>
          <p:cNvPr id="21" name="Slide Number Placeholder 5">
            <a:extLst>
              <a:ext uri="{FF2B5EF4-FFF2-40B4-BE49-F238E27FC236}">
                <a16:creationId xmlns:a16="http://schemas.microsoft.com/office/drawing/2014/main" id="{51936C4A-DE5F-4BFE-AED0-47E48CD4605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4" name="Title 1">
            <a:extLst>
              <a:ext uri="{FF2B5EF4-FFF2-40B4-BE49-F238E27FC236}">
                <a16:creationId xmlns:a16="http://schemas.microsoft.com/office/drawing/2014/main" id="{F981B703-4F1F-41A6-AD71-3FFB2820FF1D}"/>
              </a:ext>
            </a:extLst>
          </p:cNvPr>
          <p:cNvSpPr>
            <a:spLocks noGrp="1"/>
          </p:cNvSpPr>
          <p:nvPr>
            <p:ph type="title" hasCustomPrompt="1"/>
          </p:nvPr>
        </p:nvSpPr>
        <p:spPr>
          <a:xfrm>
            <a:off x="1040130" y="465136"/>
            <a:ext cx="3935647" cy="1340615"/>
          </a:xfrm>
        </p:spPr>
        <p:txBody>
          <a:bodyPr vert="horz" lIns="91440" tIns="45720" rIns="91440" bIns="45720" rtlCol="0" anchor="ctr">
            <a:noAutofit/>
          </a:bodyPr>
          <a:lstStyle>
            <a:lvl1pPr>
              <a:defRPr lang="en-US" dirty="0">
                <a:solidFill>
                  <a:schemeClr val="tx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E5577C8-AB8C-4B8A-A01F-113B16C4DCA3}" type="datetime1">
              <a:rPr lang="en-US" smtClean="0"/>
              <a:t>11/29/2025</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54" r:id="rId7"/>
    <p:sldLayoutId id="2147483659" r:id="rId8"/>
    <p:sldLayoutId id="2147483655" r:id="rId9"/>
    <p:sldLayoutId id="2147483656" r:id="rId10"/>
    <p:sldLayoutId id="2147483658" r:id="rId11"/>
    <p:sldLayoutId id="2147483657"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8" userDrawn="1">
          <p15:clr>
            <a:srgbClr val="F26B43"/>
          </p15:clr>
        </p15:guide>
        <p15:guide id="2" pos="1176" userDrawn="1">
          <p15:clr>
            <a:srgbClr val="F26B43"/>
          </p15:clr>
        </p15:guide>
        <p15:guide id="3" pos="1296" userDrawn="1">
          <p15:clr>
            <a:srgbClr val="F26B43"/>
          </p15:clr>
        </p15:guide>
        <p15:guide id="4" pos="1824" userDrawn="1">
          <p15:clr>
            <a:srgbClr val="F26B43"/>
          </p15:clr>
        </p15:guide>
        <p15:guide id="5" pos="1944" userDrawn="1">
          <p15:clr>
            <a:srgbClr val="F26B43"/>
          </p15:clr>
        </p15:guide>
        <p15:guide id="6" pos="2472" userDrawn="1">
          <p15:clr>
            <a:srgbClr val="F26B43"/>
          </p15:clr>
        </p15:guide>
        <p15:guide id="7" pos="2592" userDrawn="1">
          <p15:clr>
            <a:srgbClr val="F26B43"/>
          </p15:clr>
        </p15:guide>
        <p15:guide id="8" pos="3120" userDrawn="1">
          <p15:clr>
            <a:srgbClr val="F26B43"/>
          </p15:clr>
        </p15:guide>
        <p15:guide id="9" pos="3240" userDrawn="1">
          <p15:clr>
            <a:srgbClr val="F26B43"/>
          </p15:clr>
        </p15:guide>
        <p15:guide id="10" pos="3792" userDrawn="1">
          <p15:clr>
            <a:srgbClr val="F26B43"/>
          </p15:clr>
        </p15:guide>
        <p15:guide id="11" pos="3912" userDrawn="1">
          <p15:clr>
            <a:srgbClr val="F26B43"/>
          </p15:clr>
        </p15:guide>
        <p15:guide id="12" pos="4416" userDrawn="1">
          <p15:clr>
            <a:srgbClr val="F26B43"/>
          </p15:clr>
        </p15:guide>
        <p15:guide id="13" pos="4560" userDrawn="1">
          <p15:clr>
            <a:srgbClr val="F26B43"/>
          </p15:clr>
        </p15:guide>
        <p15:guide id="14" pos="5088" userDrawn="1">
          <p15:clr>
            <a:srgbClr val="F26B43"/>
          </p15:clr>
        </p15:guide>
        <p15:guide id="15" pos="5208" userDrawn="1">
          <p15:clr>
            <a:srgbClr val="F26B43"/>
          </p15:clr>
        </p15:guide>
        <p15:guide id="16" pos="5736" userDrawn="1">
          <p15:clr>
            <a:srgbClr val="F26B43"/>
          </p15:clr>
        </p15:guide>
        <p15:guide id="17" pos="5856" userDrawn="1">
          <p15:clr>
            <a:srgbClr val="F26B43"/>
          </p15:clr>
        </p15:guide>
        <p15:guide id="18" pos="6384" userDrawn="1">
          <p15:clr>
            <a:srgbClr val="F26B43"/>
          </p15:clr>
        </p15:guide>
        <p15:guide id="19" pos="6504" userDrawn="1">
          <p15:clr>
            <a:srgbClr val="F26B43"/>
          </p15:clr>
        </p15:guide>
        <p15:guide id="20" pos="7032" userDrawn="1">
          <p15:clr>
            <a:srgbClr val="F26B43"/>
          </p15:clr>
        </p15:guide>
        <p15:guide id="21" orient="horz" pos="288" userDrawn="1">
          <p15:clr>
            <a:srgbClr val="F26B43"/>
          </p15:clr>
        </p15:guide>
        <p15:guide id="22" orient="horz" pos="1128" userDrawn="1">
          <p15:clr>
            <a:srgbClr val="F26B43"/>
          </p15:clr>
        </p15:guide>
        <p15:guide id="23" orient="horz" pos="1248" userDrawn="1">
          <p15:clr>
            <a:srgbClr val="F26B43"/>
          </p15:clr>
        </p15:guide>
        <p15:guide id="24" orient="horz" pos="2088" userDrawn="1">
          <p15:clr>
            <a:srgbClr val="F26B43"/>
          </p15:clr>
        </p15:guide>
        <p15:guide id="25" orient="horz" pos="2232" userDrawn="1">
          <p15:clr>
            <a:srgbClr val="F26B43"/>
          </p15:clr>
        </p15:guide>
        <p15:guide id="26" orient="horz" pos="3048" userDrawn="1">
          <p15:clr>
            <a:srgbClr val="F26B43"/>
          </p15:clr>
        </p15:guide>
        <p15:guide id="27" orient="horz" pos="3192" userDrawn="1">
          <p15:clr>
            <a:srgbClr val="F26B43"/>
          </p15:clr>
        </p15:guide>
        <p15:guide id="28"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hyperlink" Target="https://en.wikipedia.org/wiki/Protease" TargetMode="External"/><Relationship Id="rId3" Type="http://schemas.openxmlformats.org/officeDocument/2006/relationships/hyperlink" Target="https://www.hilarispublisher.com/open-access/endopeptidases-proteases-enzymes-in-proteins-68406.html" TargetMode="External"/><Relationship Id="rId7" Type="http://schemas.openxmlformats.org/officeDocument/2006/relationships/hyperlink" Target="https://stppgroup.com/detergent-powder-ingredients-and-manufacturing-process/" TargetMode="External"/><Relationship Id="rId2" Type="http://schemas.openxmlformats.org/officeDocument/2006/relationships/hyperlink" Target="https://www.shutterstock.com/search/protease-enzyme-structure?dd_referrer=https%3A%2F%2Fwww.bing.com%2F" TargetMode="External"/><Relationship Id="rId1" Type="http://schemas.openxmlformats.org/officeDocument/2006/relationships/slideLayout" Target="../slideLayouts/slideLayout7.xml"/><Relationship Id="rId6" Type="http://schemas.openxmlformats.org/officeDocument/2006/relationships/hyperlink" Target="https://pubmed.ncbi.nlm.nih.gov/28324360/" TargetMode="External"/><Relationship Id="rId5" Type="http://schemas.openxmlformats.org/officeDocument/2006/relationships/hyperlink" Target="https://www.bbtenzyme.com/h-pd-34.html" TargetMode="External"/><Relationship Id="rId4" Type="http://schemas.openxmlformats.org/officeDocument/2006/relationships/hyperlink" Target="https://micro-scientific.com/media/catalog/product/cache/7334c43de45d02dba8238855f70ce207/e/b/ebl1hc.p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C9C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467C95-DF23-40B9-B265-2E6F3DE29030}"/>
              </a:ext>
            </a:extLst>
          </p:cNvPr>
          <p:cNvSpPr>
            <a:spLocks noGrp="1"/>
          </p:cNvSpPr>
          <p:nvPr>
            <p:ph type="title"/>
          </p:nvPr>
        </p:nvSpPr>
        <p:spPr/>
        <p:txBody>
          <a:bodyPr>
            <a:normAutofit/>
          </a:bodyPr>
          <a:lstStyle/>
          <a:p>
            <a:r>
              <a:rPr lang="en-IN" sz="3600" noProof="0" dirty="0"/>
              <a:t>Enzymatic Processes in Industries and its Applications</a:t>
            </a:r>
          </a:p>
        </p:txBody>
      </p:sp>
      <p:sp>
        <p:nvSpPr>
          <p:cNvPr id="18" name="Text Placeholder 17">
            <a:extLst>
              <a:ext uri="{FF2B5EF4-FFF2-40B4-BE49-F238E27FC236}">
                <a16:creationId xmlns:a16="http://schemas.microsoft.com/office/drawing/2014/main" id="{27A48A35-E5E4-4A5F-9F91-BAEA4F5DF21D}"/>
              </a:ext>
            </a:extLst>
          </p:cNvPr>
          <p:cNvSpPr>
            <a:spLocks noGrp="1"/>
          </p:cNvSpPr>
          <p:nvPr>
            <p:ph type="body" sz="quarter" idx="12"/>
          </p:nvPr>
        </p:nvSpPr>
        <p:spPr>
          <a:xfrm>
            <a:off x="914513" y="2863056"/>
            <a:ext cx="3222058" cy="964620"/>
          </a:xfrm>
        </p:spPr>
        <p:txBody>
          <a:bodyPr/>
          <a:lstStyle/>
          <a:p>
            <a:r>
              <a:rPr lang="en-IN" sz="3600" noProof="0" dirty="0">
                <a:latin typeface="+mj-lt"/>
              </a:rPr>
              <a:t>Protease</a:t>
            </a:r>
          </a:p>
        </p:txBody>
      </p:sp>
      <p:sp>
        <p:nvSpPr>
          <p:cNvPr id="2" name="TextBox 1">
            <a:extLst>
              <a:ext uri="{FF2B5EF4-FFF2-40B4-BE49-F238E27FC236}">
                <a16:creationId xmlns:a16="http://schemas.microsoft.com/office/drawing/2014/main" id="{FA0F4844-AF58-B386-927C-86A68669D3AD}"/>
              </a:ext>
            </a:extLst>
          </p:cNvPr>
          <p:cNvSpPr txBox="1"/>
          <p:nvPr/>
        </p:nvSpPr>
        <p:spPr>
          <a:xfrm>
            <a:off x="914513" y="4894729"/>
            <a:ext cx="3302485" cy="923330"/>
          </a:xfrm>
          <a:prstGeom prst="rect">
            <a:avLst/>
          </a:prstGeom>
          <a:noFill/>
        </p:spPr>
        <p:txBody>
          <a:bodyPr wrap="square" rtlCol="0">
            <a:spAutoFit/>
          </a:bodyPr>
          <a:lstStyle/>
          <a:p>
            <a:r>
              <a:rPr lang="en-IO" dirty="0"/>
              <a:t>By: Neeti Singh</a:t>
            </a:r>
          </a:p>
          <a:p>
            <a:r>
              <a:rPr lang="en-IO" dirty="0"/>
              <a:t>Div: D</a:t>
            </a:r>
          </a:p>
          <a:p>
            <a:r>
              <a:rPr lang="en-IO" dirty="0"/>
              <a:t>Roll no.: 33</a:t>
            </a:r>
            <a:endParaRPr lang="en-IN" dirty="0"/>
          </a:p>
        </p:txBody>
      </p:sp>
      <p:pic>
        <p:nvPicPr>
          <p:cNvPr id="7" name="Picture 6">
            <a:extLst>
              <a:ext uri="{FF2B5EF4-FFF2-40B4-BE49-F238E27FC236}">
                <a16:creationId xmlns:a16="http://schemas.microsoft.com/office/drawing/2014/main" id="{A2CD9A88-DC09-CAAB-1503-21CF1822E0B5}"/>
              </a:ext>
            </a:extLst>
          </p:cNvPr>
          <p:cNvPicPr>
            <a:picLocks noChangeAspect="1"/>
          </p:cNvPicPr>
          <p:nvPr/>
        </p:nvPicPr>
        <p:blipFill>
          <a:blip r:embed="rId3"/>
          <a:srcRect l="16452" r="15647" b="7898"/>
          <a:stretch>
            <a:fillRect/>
          </a:stretch>
        </p:blipFill>
        <p:spPr>
          <a:xfrm>
            <a:off x="6342927" y="873869"/>
            <a:ext cx="5215302" cy="3978374"/>
          </a:xfrm>
          <a:prstGeom prst="rect">
            <a:avLst/>
          </a:prstGeom>
        </p:spPr>
      </p:pic>
    </p:spTree>
    <p:extLst>
      <p:ext uri="{BB962C8B-B14F-4D97-AF65-F5344CB8AC3E}">
        <p14:creationId xmlns:p14="http://schemas.microsoft.com/office/powerpoint/2010/main" val="2259308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EC46ADB-55E5-43DA-8E91-C49412A33045}"/>
              </a:ext>
            </a:extLst>
          </p:cNvPr>
          <p:cNvSpPr>
            <a:spLocks noGrp="1"/>
          </p:cNvSpPr>
          <p:nvPr>
            <p:ph type="title"/>
          </p:nvPr>
        </p:nvSpPr>
        <p:spPr/>
        <p:txBody>
          <a:bodyPr/>
          <a:lstStyle/>
          <a:p>
            <a:r>
              <a:rPr lang="en-IN" noProof="0" dirty="0"/>
              <a:t>Index</a:t>
            </a:r>
          </a:p>
        </p:txBody>
      </p:sp>
      <p:sp>
        <p:nvSpPr>
          <p:cNvPr id="2" name="Text Placeholder 1">
            <a:extLst>
              <a:ext uri="{FF2B5EF4-FFF2-40B4-BE49-F238E27FC236}">
                <a16:creationId xmlns:a16="http://schemas.microsoft.com/office/drawing/2014/main" id="{C11A7FF5-E7DB-4462-BC64-12126BDC0DFB}"/>
              </a:ext>
            </a:extLst>
          </p:cNvPr>
          <p:cNvSpPr>
            <a:spLocks noGrp="1"/>
          </p:cNvSpPr>
          <p:nvPr>
            <p:ph type="body" sz="quarter" idx="11"/>
          </p:nvPr>
        </p:nvSpPr>
        <p:spPr>
          <a:xfrm>
            <a:off x="7140063" y="1419321"/>
            <a:ext cx="4667250" cy="4135905"/>
          </a:xfrm>
        </p:spPr>
        <p:txBody>
          <a:bodyPr>
            <a:normAutofit/>
          </a:bodyPr>
          <a:lstStyle/>
          <a:p>
            <a:r>
              <a:rPr lang="en-IN" sz="1800" noProof="0" dirty="0"/>
              <a:t>01 Introduction</a:t>
            </a:r>
          </a:p>
          <a:p>
            <a:r>
              <a:rPr lang="en-IN" sz="1800" noProof="0" dirty="0"/>
              <a:t>02 Role of the enzyme</a:t>
            </a:r>
          </a:p>
          <a:p>
            <a:r>
              <a:rPr lang="en-IN" sz="1800" noProof="0" dirty="0"/>
              <a:t>03 Process </a:t>
            </a:r>
          </a:p>
          <a:p>
            <a:r>
              <a:rPr lang="en-IN" sz="1800" noProof="0" dirty="0"/>
              <a:t>04 Industrial Product: Detergent</a:t>
            </a:r>
          </a:p>
          <a:p>
            <a:r>
              <a:rPr lang="en-IN" sz="1800" noProof="0" dirty="0"/>
              <a:t>05 Industrial Applications</a:t>
            </a:r>
          </a:p>
          <a:p>
            <a:r>
              <a:rPr lang="en-IN" sz="1800" dirty="0"/>
              <a:t>06 How do engineers help in the process?</a:t>
            </a:r>
            <a:endParaRPr lang="en-IN" sz="1800" noProof="0" dirty="0"/>
          </a:p>
          <a:p>
            <a:endParaRPr lang="en-IN" sz="1800" noProof="0" dirty="0"/>
          </a:p>
        </p:txBody>
      </p:sp>
      <p:sp>
        <p:nvSpPr>
          <p:cNvPr id="8" name="Date Placeholder 7">
            <a:extLst>
              <a:ext uri="{FF2B5EF4-FFF2-40B4-BE49-F238E27FC236}">
                <a16:creationId xmlns:a16="http://schemas.microsoft.com/office/drawing/2014/main" id="{B10C7A9E-B1D7-4285-8DD5-D28AFDC7B4F8}"/>
              </a:ext>
            </a:extLst>
          </p:cNvPr>
          <p:cNvSpPr>
            <a:spLocks noGrp="1"/>
          </p:cNvSpPr>
          <p:nvPr>
            <p:ph type="dt" sz="half" idx="2"/>
          </p:nvPr>
        </p:nvSpPr>
        <p:spPr/>
        <p:txBody>
          <a:bodyPr/>
          <a:lstStyle/>
          <a:p>
            <a:fld id="{5AF05980-54E0-4F3D-BAF3-4CE06FA77025}" type="datetime1">
              <a:rPr lang="en-IN" noProof="0" smtClean="0"/>
              <a:pPr/>
              <a:t>29-11-2025</a:t>
            </a:fld>
            <a:endParaRPr lang="en-IN" noProof="0" dirty="0"/>
          </a:p>
        </p:txBody>
      </p:sp>
      <p:sp>
        <p:nvSpPr>
          <p:cNvPr id="9" name="Slide Number Placeholder 8">
            <a:extLst>
              <a:ext uri="{FF2B5EF4-FFF2-40B4-BE49-F238E27FC236}">
                <a16:creationId xmlns:a16="http://schemas.microsoft.com/office/drawing/2014/main" id="{AA7B234E-FE17-4087-92FD-3802CA26E967}"/>
              </a:ext>
            </a:extLst>
          </p:cNvPr>
          <p:cNvSpPr>
            <a:spLocks noGrp="1"/>
          </p:cNvSpPr>
          <p:nvPr>
            <p:ph type="sldNum" sz="quarter" idx="4"/>
          </p:nvPr>
        </p:nvSpPr>
        <p:spPr/>
        <p:txBody>
          <a:bodyPr/>
          <a:lstStyle/>
          <a:p>
            <a:fld id="{294A09A9-5501-47C1-A89A-A340965A2BE2}" type="slidenum">
              <a:rPr lang="en-IN" noProof="0" smtClean="0"/>
              <a:pPr/>
              <a:t>2</a:t>
            </a:fld>
            <a:endParaRPr lang="en-IN" noProof="0" dirty="0"/>
          </a:p>
        </p:txBody>
      </p:sp>
    </p:spTree>
    <p:extLst>
      <p:ext uri="{BB962C8B-B14F-4D97-AF65-F5344CB8AC3E}">
        <p14:creationId xmlns:p14="http://schemas.microsoft.com/office/powerpoint/2010/main" val="2865516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BE394849-EE6D-4358-A824-BBF6E518EAEA}"/>
              </a:ext>
            </a:extLst>
          </p:cNvPr>
          <p:cNvSpPr>
            <a:spLocks noGrp="1"/>
          </p:cNvSpPr>
          <p:nvPr>
            <p:ph type="body" sz="quarter" idx="15"/>
          </p:nvPr>
        </p:nvSpPr>
        <p:spPr/>
        <p:txBody>
          <a:bodyPr/>
          <a:lstStyle/>
          <a:p>
            <a:r>
              <a:rPr lang="en-IN" noProof="0" dirty="0"/>
              <a:t>01</a:t>
            </a:r>
          </a:p>
        </p:txBody>
      </p:sp>
      <p:sp>
        <p:nvSpPr>
          <p:cNvPr id="18" name="Title 17">
            <a:extLst>
              <a:ext uri="{FF2B5EF4-FFF2-40B4-BE49-F238E27FC236}">
                <a16:creationId xmlns:a16="http://schemas.microsoft.com/office/drawing/2014/main" id="{EA6B7DE5-BFCC-4EEF-9609-8AA1C7CAD3B0}"/>
              </a:ext>
            </a:extLst>
          </p:cNvPr>
          <p:cNvSpPr>
            <a:spLocks noGrp="1"/>
          </p:cNvSpPr>
          <p:nvPr>
            <p:ph type="title"/>
          </p:nvPr>
        </p:nvSpPr>
        <p:spPr/>
        <p:txBody>
          <a:bodyPr/>
          <a:lstStyle/>
          <a:p>
            <a:r>
              <a:rPr lang="en-IN" noProof="0" dirty="0"/>
              <a:t>Introduction</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3"/>
          </p:nvPr>
        </p:nvSpPr>
        <p:spPr>
          <a:xfrm>
            <a:off x="856374" y="1530769"/>
            <a:ext cx="6157884" cy="3643115"/>
          </a:xfrm>
        </p:spPr>
        <p:txBody>
          <a:bodyPr/>
          <a:lstStyle/>
          <a:p>
            <a:r>
              <a:rPr lang="en-IN" noProof="0" dirty="0"/>
              <a:t>Protease is an enzyme that catalyses the hydrolysis of peptide bonds present in proteins.</a:t>
            </a:r>
            <a:r>
              <a:rPr lang="en-IO" dirty="0"/>
              <a:t> Proteases work by cleaving protein chains into smaller pieces called polypeptides or even individual amino acids. </a:t>
            </a:r>
            <a:r>
              <a:rPr lang="en-IN" dirty="0"/>
              <a:t>T</a:t>
            </a:r>
            <a:r>
              <a:rPr lang="en-IO" dirty="0"/>
              <a:t>hey accomplish this through a reaction called hydrolysis, where a water m</a:t>
            </a:r>
            <a:r>
              <a:rPr lang="en-IN" dirty="0"/>
              <a:t>o</a:t>
            </a:r>
            <a:r>
              <a:rPr lang="en-IO" dirty="0"/>
              <a:t>lecule breaks the peptide bond, a fundamental chemical link in proteins. P</a:t>
            </a:r>
            <a:r>
              <a:rPr lang="en-US" dirty="0" err="1"/>
              <a:t>rotease</a:t>
            </a:r>
            <a:r>
              <a:rPr lang="en-US" dirty="0"/>
              <a:t> is added to laundry detergents to remove protein-based stains such as food residues(milk), blood or sweat.</a:t>
            </a:r>
            <a:endParaRPr lang="en-IN" dirty="0"/>
          </a:p>
          <a:p>
            <a:endParaRPr lang="en-IO" dirty="0"/>
          </a:p>
          <a:p>
            <a:endParaRPr lang="en-IN" dirty="0"/>
          </a:p>
        </p:txBody>
      </p:sp>
      <p:sp>
        <p:nvSpPr>
          <p:cNvPr id="35" name="Slide Number Placeholder 34">
            <a:extLst>
              <a:ext uri="{FF2B5EF4-FFF2-40B4-BE49-F238E27FC236}">
                <a16:creationId xmlns:a16="http://schemas.microsoft.com/office/drawing/2014/main" id="{5789CCB9-138D-4D90-8AFB-AC5C73612512}"/>
              </a:ext>
            </a:extLst>
          </p:cNvPr>
          <p:cNvSpPr>
            <a:spLocks noGrp="1"/>
          </p:cNvSpPr>
          <p:nvPr>
            <p:ph type="sldNum" sz="quarter" idx="4"/>
          </p:nvPr>
        </p:nvSpPr>
        <p:spPr/>
        <p:txBody>
          <a:bodyPr/>
          <a:lstStyle/>
          <a:p>
            <a:fld id="{294A09A9-5501-47C1-A89A-A340965A2BE2}" type="slidenum">
              <a:rPr lang="en-IN" noProof="0" smtClean="0"/>
              <a:pPr/>
              <a:t>3</a:t>
            </a:fld>
            <a:endParaRPr lang="en-IN" noProof="0" dirty="0"/>
          </a:p>
        </p:txBody>
      </p:sp>
      <p:sp>
        <p:nvSpPr>
          <p:cNvPr id="11" name="TextBox 10">
            <a:extLst>
              <a:ext uri="{FF2B5EF4-FFF2-40B4-BE49-F238E27FC236}">
                <a16:creationId xmlns:a16="http://schemas.microsoft.com/office/drawing/2014/main" id="{CDF4895B-E41D-B284-E4EE-D16EED642467}"/>
              </a:ext>
            </a:extLst>
          </p:cNvPr>
          <p:cNvSpPr txBox="1"/>
          <p:nvPr/>
        </p:nvSpPr>
        <p:spPr>
          <a:xfrm>
            <a:off x="856374" y="4916077"/>
            <a:ext cx="6157884" cy="1323439"/>
          </a:xfrm>
          <a:prstGeom prst="rect">
            <a:avLst/>
          </a:prstGeom>
          <a:noFill/>
        </p:spPr>
        <p:txBody>
          <a:bodyPr wrap="square" rtlCol="0">
            <a:spAutoFit/>
          </a:bodyPr>
          <a:lstStyle/>
          <a:p>
            <a:r>
              <a:rPr lang="en-IO" sz="1600" dirty="0">
                <a:solidFill>
                  <a:schemeClr val="accent2">
                    <a:lumMod val="50000"/>
                  </a:schemeClr>
                </a:solidFill>
              </a:rPr>
              <a:t>Sources:</a:t>
            </a:r>
          </a:p>
          <a:p>
            <a:r>
              <a:rPr lang="en-US" sz="1600" dirty="0">
                <a:solidFill>
                  <a:schemeClr val="accent2">
                    <a:lumMod val="50000"/>
                  </a:schemeClr>
                </a:solidFill>
              </a:rPr>
              <a:t>Mainly in the human body, these enzymes are produced in the stomach and the pancreas.</a:t>
            </a:r>
          </a:p>
          <a:p>
            <a:r>
              <a:rPr lang="en-US" sz="1600" dirty="0">
                <a:solidFill>
                  <a:schemeClr val="accent2">
                    <a:lumMod val="50000"/>
                  </a:schemeClr>
                </a:solidFill>
              </a:rPr>
              <a:t>Microorganisms </a:t>
            </a:r>
            <a:r>
              <a:rPr lang="en-IO" sz="1600" dirty="0">
                <a:solidFill>
                  <a:schemeClr val="accent2">
                    <a:lumMod val="50000"/>
                  </a:schemeClr>
                </a:solidFill>
              </a:rPr>
              <a:t>like </a:t>
            </a:r>
            <a:r>
              <a:rPr lang="en-US" sz="1600" dirty="0">
                <a:solidFill>
                  <a:schemeClr val="accent2">
                    <a:lumMod val="50000"/>
                  </a:schemeClr>
                </a:solidFill>
              </a:rPr>
              <a:t>Bacillus bacteria and Aspergillus fungi</a:t>
            </a:r>
            <a:r>
              <a:rPr lang="en-IO" sz="1600" dirty="0">
                <a:solidFill>
                  <a:schemeClr val="accent2">
                    <a:lumMod val="50000"/>
                  </a:schemeClr>
                </a:solidFill>
              </a:rPr>
              <a:t> </a:t>
            </a:r>
            <a:r>
              <a:rPr lang="en-US" sz="1600" dirty="0">
                <a:solidFill>
                  <a:schemeClr val="accent2">
                    <a:lumMod val="50000"/>
                  </a:schemeClr>
                </a:solidFill>
              </a:rPr>
              <a:t>are the preferred source for industrial applications. </a:t>
            </a:r>
            <a:endParaRPr lang="en-IN" sz="1600" dirty="0">
              <a:solidFill>
                <a:schemeClr val="accent2">
                  <a:lumMod val="50000"/>
                </a:schemeClr>
              </a:solidFill>
            </a:endParaRPr>
          </a:p>
        </p:txBody>
      </p:sp>
      <p:pic>
        <p:nvPicPr>
          <p:cNvPr id="2" name="Picture 1">
            <a:extLst>
              <a:ext uri="{FF2B5EF4-FFF2-40B4-BE49-F238E27FC236}">
                <a16:creationId xmlns:a16="http://schemas.microsoft.com/office/drawing/2014/main" id="{B591C42E-1ED1-4068-FDD5-82F549BF028B}"/>
              </a:ext>
            </a:extLst>
          </p:cNvPr>
          <p:cNvPicPr>
            <a:picLocks noChangeAspect="1"/>
          </p:cNvPicPr>
          <p:nvPr/>
        </p:nvPicPr>
        <p:blipFill>
          <a:blip r:embed="rId2"/>
          <a:srcRect b="7167"/>
          <a:stretch>
            <a:fillRect/>
          </a:stretch>
        </p:blipFill>
        <p:spPr>
          <a:xfrm>
            <a:off x="7108715" y="2158628"/>
            <a:ext cx="4837263" cy="3015256"/>
          </a:xfrm>
          <a:prstGeom prst="rect">
            <a:avLst/>
          </a:prstGeom>
        </p:spPr>
      </p:pic>
    </p:spTree>
    <p:extLst>
      <p:ext uri="{BB962C8B-B14F-4D97-AF65-F5344CB8AC3E}">
        <p14:creationId xmlns:p14="http://schemas.microsoft.com/office/powerpoint/2010/main" val="237129367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B4C4BAFD-6FBA-A6CB-00BE-17AF33F9DDF2}"/>
            </a:ext>
          </a:extLst>
        </p:cNvPr>
        <p:cNvGrpSpPr/>
        <p:nvPr/>
      </p:nvGrpSpPr>
      <p:grpSpPr>
        <a:xfrm>
          <a:off x="0" y="0"/>
          <a:ext cx="0" cy="0"/>
          <a:chOff x="0" y="0"/>
          <a:chExt cx="0" cy="0"/>
        </a:xfrm>
      </p:grpSpPr>
      <p:sp>
        <p:nvSpPr>
          <p:cNvPr id="25" name="Text Placeholder 24">
            <a:extLst>
              <a:ext uri="{FF2B5EF4-FFF2-40B4-BE49-F238E27FC236}">
                <a16:creationId xmlns:a16="http://schemas.microsoft.com/office/drawing/2014/main" id="{00D21755-2531-6C14-050B-E3AFBF372BA0}"/>
              </a:ext>
            </a:extLst>
          </p:cNvPr>
          <p:cNvSpPr>
            <a:spLocks noGrp="1"/>
          </p:cNvSpPr>
          <p:nvPr>
            <p:ph type="body" sz="quarter" idx="15"/>
          </p:nvPr>
        </p:nvSpPr>
        <p:spPr/>
        <p:txBody>
          <a:bodyPr/>
          <a:lstStyle/>
          <a:p>
            <a:r>
              <a:rPr lang="en-IN" noProof="0" dirty="0"/>
              <a:t>0</a:t>
            </a:r>
            <a:r>
              <a:rPr lang="en-IO" noProof="0" dirty="0"/>
              <a:t>2</a:t>
            </a:r>
            <a:endParaRPr lang="en-IN" noProof="0" dirty="0"/>
          </a:p>
        </p:txBody>
      </p:sp>
      <p:sp>
        <p:nvSpPr>
          <p:cNvPr id="18" name="Title 17">
            <a:extLst>
              <a:ext uri="{FF2B5EF4-FFF2-40B4-BE49-F238E27FC236}">
                <a16:creationId xmlns:a16="http://schemas.microsoft.com/office/drawing/2014/main" id="{44D7A983-63E4-4422-2B77-4097633F7A4C}"/>
              </a:ext>
            </a:extLst>
          </p:cNvPr>
          <p:cNvSpPr>
            <a:spLocks noGrp="1"/>
          </p:cNvSpPr>
          <p:nvPr>
            <p:ph type="title"/>
          </p:nvPr>
        </p:nvSpPr>
        <p:spPr>
          <a:xfrm>
            <a:off x="908726" y="465137"/>
            <a:ext cx="5707227" cy="1340615"/>
          </a:xfrm>
        </p:spPr>
        <p:txBody>
          <a:bodyPr/>
          <a:lstStyle/>
          <a:p>
            <a:r>
              <a:rPr lang="en-IO" dirty="0"/>
              <a:t>Role of the enzyme</a:t>
            </a:r>
            <a:endParaRPr lang="en-IN" noProof="0" dirty="0"/>
          </a:p>
        </p:txBody>
      </p:sp>
      <p:sp>
        <p:nvSpPr>
          <p:cNvPr id="3" name="Content Placeholder 2">
            <a:extLst>
              <a:ext uri="{FF2B5EF4-FFF2-40B4-BE49-F238E27FC236}">
                <a16:creationId xmlns:a16="http://schemas.microsoft.com/office/drawing/2014/main" id="{D15267CE-9465-DCF2-830B-A961596D3E22}"/>
              </a:ext>
            </a:extLst>
          </p:cNvPr>
          <p:cNvSpPr>
            <a:spLocks noGrp="1"/>
          </p:cNvSpPr>
          <p:nvPr>
            <p:ph type="body" sz="quarter" idx="13"/>
          </p:nvPr>
        </p:nvSpPr>
        <p:spPr>
          <a:xfrm>
            <a:off x="1040130" y="2009775"/>
            <a:ext cx="5055870" cy="4391025"/>
          </a:xfrm>
        </p:spPr>
        <p:txBody>
          <a:bodyPr/>
          <a:lstStyle/>
          <a:p>
            <a:r>
              <a:rPr lang="en-IN" dirty="0"/>
              <a:t>Many common stains are made of protein. Water and soap alone cannot easily break them.</a:t>
            </a:r>
          </a:p>
          <a:p>
            <a:r>
              <a:rPr lang="en-IN" dirty="0"/>
              <a:t>Protease cleaves the peptide bonds in proteins. This breaks the large, insoluble protein molecules into smaller, soluble peptides and amino acids. These fragments are then easily rinsed away during washing.</a:t>
            </a:r>
            <a:r>
              <a:rPr lang="en-US" dirty="0"/>
              <a:t> </a:t>
            </a:r>
            <a:r>
              <a:rPr lang="en-IO" dirty="0"/>
              <a:t>P</a:t>
            </a:r>
            <a:r>
              <a:rPr lang="en-US" dirty="0" err="1"/>
              <a:t>rotease</a:t>
            </a:r>
            <a:r>
              <a:rPr lang="en-US" dirty="0"/>
              <a:t> </a:t>
            </a:r>
            <a:r>
              <a:rPr lang="en-US" dirty="0" err="1"/>
              <a:t>secur</a:t>
            </a:r>
            <a:r>
              <a:rPr lang="en-IO" dirty="0"/>
              <a:t>es</a:t>
            </a:r>
            <a:r>
              <a:rPr lang="en-US" dirty="0"/>
              <a:t> the removal of proteinaceous food films, which are a particular problem with glassware and cutlery.</a:t>
            </a:r>
            <a:endParaRPr lang="en-IN" dirty="0"/>
          </a:p>
        </p:txBody>
      </p:sp>
      <p:sp>
        <p:nvSpPr>
          <p:cNvPr id="35" name="Slide Number Placeholder 34">
            <a:extLst>
              <a:ext uri="{FF2B5EF4-FFF2-40B4-BE49-F238E27FC236}">
                <a16:creationId xmlns:a16="http://schemas.microsoft.com/office/drawing/2014/main" id="{2F246984-027D-5CA4-2BDE-15F8997E3BD4}"/>
              </a:ext>
            </a:extLst>
          </p:cNvPr>
          <p:cNvSpPr>
            <a:spLocks noGrp="1"/>
          </p:cNvSpPr>
          <p:nvPr>
            <p:ph type="sldNum" sz="quarter" idx="4"/>
          </p:nvPr>
        </p:nvSpPr>
        <p:spPr/>
        <p:txBody>
          <a:bodyPr/>
          <a:lstStyle/>
          <a:p>
            <a:fld id="{294A09A9-5501-47C1-A89A-A340965A2BE2}" type="slidenum">
              <a:rPr lang="en-IN" noProof="0" smtClean="0"/>
              <a:pPr/>
              <a:t>4</a:t>
            </a:fld>
            <a:endParaRPr lang="en-IN" noProof="0" dirty="0"/>
          </a:p>
        </p:txBody>
      </p:sp>
      <p:pic>
        <p:nvPicPr>
          <p:cNvPr id="8" name="Picture 7">
            <a:extLst>
              <a:ext uri="{FF2B5EF4-FFF2-40B4-BE49-F238E27FC236}">
                <a16:creationId xmlns:a16="http://schemas.microsoft.com/office/drawing/2014/main" id="{1D8771EB-651F-03F5-CBB8-326B2269EA30}"/>
              </a:ext>
            </a:extLst>
          </p:cNvPr>
          <p:cNvPicPr>
            <a:picLocks noChangeAspect="1"/>
          </p:cNvPicPr>
          <p:nvPr/>
        </p:nvPicPr>
        <p:blipFill>
          <a:blip r:embed="rId2"/>
          <a:stretch>
            <a:fillRect/>
          </a:stretch>
        </p:blipFill>
        <p:spPr>
          <a:xfrm>
            <a:off x="6615953" y="2286000"/>
            <a:ext cx="4914900" cy="2286000"/>
          </a:xfrm>
          <a:prstGeom prst="rect">
            <a:avLst/>
          </a:prstGeom>
        </p:spPr>
      </p:pic>
    </p:spTree>
    <p:extLst>
      <p:ext uri="{BB962C8B-B14F-4D97-AF65-F5344CB8AC3E}">
        <p14:creationId xmlns:p14="http://schemas.microsoft.com/office/powerpoint/2010/main" val="387276527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913B5944-B7C3-B249-E28A-C798E8E73EB2}"/>
            </a:ext>
          </a:extLst>
        </p:cNvPr>
        <p:cNvGrpSpPr/>
        <p:nvPr/>
      </p:nvGrpSpPr>
      <p:grpSpPr>
        <a:xfrm>
          <a:off x="0" y="0"/>
          <a:ext cx="0" cy="0"/>
          <a:chOff x="0" y="0"/>
          <a:chExt cx="0" cy="0"/>
        </a:xfrm>
      </p:grpSpPr>
      <p:sp>
        <p:nvSpPr>
          <p:cNvPr id="25" name="Text Placeholder 24">
            <a:extLst>
              <a:ext uri="{FF2B5EF4-FFF2-40B4-BE49-F238E27FC236}">
                <a16:creationId xmlns:a16="http://schemas.microsoft.com/office/drawing/2014/main" id="{A0FD94DC-FA79-F433-7EFC-DD5B8BBB02DB}"/>
              </a:ext>
            </a:extLst>
          </p:cNvPr>
          <p:cNvSpPr>
            <a:spLocks noGrp="1"/>
          </p:cNvSpPr>
          <p:nvPr>
            <p:ph type="body" sz="quarter" idx="15"/>
          </p:nvPr>
        </p:nvSpPr>
        <p:spPr>
          <a:xfrm>
            <a:off x="5192168" y="2468682"/>
            <a:ext cx="1807663" cy="1333500"/>
          </a:xfrm>
        </p:spPr>
        <p:txBody>
          <a:bodyPr/>
          <a:lstStyle/>
          <a:p>
            <a:r>
              <a:rPr lang="en-IN" noProof="0" dirty="0"/>
              <a:t>0</a:t>
            </a:r>
            <a:r>
              <a:rPr lang="en-IN" dirty="0"/>
              <a:t>3</a:t>
            </a:r>
            <a:endParaRPr lang="en-IN" noProof="0" dirty="0"/>
          </a:p>
        </p:txBody>
      </p:sp>
      <p:sp>
        <p:nvSpPr>
          <p:cNvPr id="18" name="Title 17">
            <a:extLst>
              <a:ext uri="{FF2B5EF4-FFF2-40B4-BE49-F238E27FC236}">
                <a16:creationId xmlns:a16="http://schemas.microsoft.com/office/drawing/2014/main" id="{AD184B12-8F30-F81D-213C-877CC6216361}"/>
              </a:ext>
            </a:extLst>
          </p:cNvPr>
          <p:cNvSpPr>
            <a:spLocks noGrp="1"/>
          </p:cNvSpPr>
          <p:nvPr>
            <p:ph type="title"/>
          </p:nvPr>
        </p:nvSpPr>
        <p:spPr>
          <a:xfrm>
            <a:off x="4795087" y="2357395"/>
            <a:ext cx="2601824" cy="1340615"/>
          </a:xfrm>
        </p:spPr>
        <p:txBody>
          <a:bodyPr/>
          <a:lstStyle/>
          <a:p>
            <a:r>
              <a:rPr lang="en-IN" noProof="0" dirty="0"/>
              <a:t>Process</a:t>
            </a:r>
          </a:p>
        </p:txBody>
      </p:sp>
      <p:sp>
        <p:nvSpPr>
          <p:cNvPr id="35" name="Slide Number Placeholder 34">
            <a:extLst>
              <a:ext uri="{FF2B5EF4-FFF2-40B4-BE49-F238E27FC236}">
                <a16:creationId xmlns:a16="http://schemas.microsoft.com/office/drawing/2014/main" id="{1C2C678D-4135-CF5F-F0CA-9419242E0E6F}"/>
              </a:ext>
            </a:extLst>
          </p:cNvPr>
          <p:cNvSpPr>
            <a:spLocks noGrp="1"/>
          </p:cNvSpPr>
          <p:nvPr>
            <p:ph type="sldNum" sz="quarter" idx="4"/>
          </p:nvPr>
        </p:nvSpPr>
        <p:spPr/>
        <p:txBody>
          <a:bodyPr/>
          <a:lstStyle/>
          <a:p>
            <a:fld id="{294A09A9-5501-47C1-A89A-A340965A2BE2}" type="slidenum">
              <a:rPr lang="en-IN" noProof="0" smtClean="0"/>
              <a:pPr/>
              <a:t>5</a:t>
            </a:fld>
            <a:endParaRPr lang="en-IN" noProof="0" dirty="0"/>
          </a:p>
        </p:txBody>
      </p:sp>
    </p:spTree>
    <p:extLst>
      <p:ext uri="{BB962C8B-B14F-4D97-AF65-F5344CB8AC3E}">
        <p14:creationId xmlns:p14="http://schemas.microsoft.com/office/powerpoint/2010/main" val="278575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5515DA6F-E486-4C5A-B98C-B1ACDA64D455}"/>
              </a:ext>
            </a:extLst>
          </p:cNvPr>
          <p:cNvSpPr>
            <a:spLocks noGrp="1"/>
          </p:cNvSpPr>
          <p:nvPr>
            <p:ph type="sldNum" sz="quarter" idx="4"/>
          </p:nvPr>
        </p:nvSpPr>
        <p:spPr/>
        <p:txBody>
          <a:bodyPr/>
          <a:lstStyle/>
          <a:p>
            <a:fld id="{294A09A9-5501-47C1-A89A-A340965A2BE2}" type="slidenum">
              <a:rPr lang="en-IN" noProof="0" smtClean="0"/>
              <a:pPr/>
              <a:t>6</a:t>
            </a:fld>
            <a:endParaRPr lang="en-IN" noProof="0" dirty="0"/>
          </a:p>
        </p:txBody>
      </p:sp>
      <p:sp>
        <p:nvSpPr>
          <p:cNvPr id="5" name="Content Placeholder 4">
            <a:extLst>
              <a:ext uri="{FF2B5EF4-FFF2-40B4-BE49-F238E27FC236}">
                <a16:creationId xmlns:a16="http://schemas.microsoft.com/office/drawing/2014/main" id="{637CC869-0D04-6131-3894-A4DFC3F41DF0}"/>
              </a:ext>
            </a:extLst>
          </p:cNvPr>
          <p:cNvSpPr>
            <a:spLocks noGrp="1"/>
          </p:cNvSpPr>
          <p:nvPr>
            <p:ph sz="quarter" idx="11"/>
          </p:nvPr>
        </p:nvSpPr>
        <p:spPr>
          <a:xfrm>
            <a:off x="585135" y="240924"/>
            <a:ext cx="11319907" cy="5642873"/>
          </a:xfrm>
        </p:spPr>
        <p:txBody>
          <a:bodyPr>
            <a:normAutofit/>
          </a:bodyPr>
          <a:lstStyle/>
          <a:p>
            <a:pPr marL="0" indent="0">
              <a:buNone/>
            </a:pPr>
            <a:r>
              <a:rPr lang="en-IO" sz="1600" dirty="0">
                <a:solidFill>
                  <a:schemeClr val="accent2">
                    <a:lumMod val="50000"/>
                  </a:schemeClr>
                </a:solidFill>
              </a:rPr>
              <a:t>The process for making detergent powder typically involves several steps, with enzyme addition occur</a:t>
            </a:r>
            <a:r>
              <a:rPr lang="en-IN" sz="1600" dirty="0">
                <a:solidFill>
                  <a:schemeClr val="accent2">
                    <a:lumMod val="50000"/>
                  </a:schemeClr>
                </a:solidFill>
              </a:rPr>
              <a:t>r</a:t>
            </a:r>
            <a:r>
              <a:rPr lang="en-IO" sz="1600" dirty="0">
                <a:solidFill>
                  <a:schemeClr val="accent2">
                    <a:lumMod val="50000"/>
                  </a:schemeClr>
                </a:solidFill>
              </a:rPr>
              <a:t>ing later:</a:t>
            </a:r>
          </a:p>
          <a:p>
            <a:pPr marL="342900" indent="-342900">
              <a:buAutoNum type="arabicPeriod"/>
            </a:pPr>
            <a:r>
              <a:rPr lang="en-IO" sz="1600" dirty="0">
                <a:solidFill>
                  <a:schemeClr val="accent2">
                    <a:lumMod val="50000"/>
                  </a:schemeClr>
                </a:solidFill>
              </a:rPr>
              <a:t>Base formulation: The initial components of the detergent, such as surfactants, builders, and bleaching agents are mixed.</a:t>
            </a:r>
          </a:p>
          <a:p>
            <a:pPr marL="342900" indent="-342900">
              <a:buAutoNum type="arabicPeriod"/>
            </a:pPr>
            <a:r>
              <a:rPr lang="en-IO" sz="1600" dirty="0">
                <a:solidFill>
                  <a:schemeClr val="accent2">
                    <a:lumMod val="50000"/>
                  </a:schemeClr>
                </a:solidFill>
              </a:rPr>
              <a:t>Spray Drying: A slurry of the base mixture is spray-dried in the tower to form a powder.</a:t>
            </a:r>
          </a:p>
          <a:p>
            <a:pPr marL="342900" indent="-342900">
              <a:buAutoNum type="arabicPeriod"/>
            </a:pPr>
            <a:r>
              <a:rPr lang="en-IO" sz="1600" dirty="0">
                <a:solidFill>
                  <a:schemeClr val="accent2">
                    <a:lumMod val="50000"/>
                  </a:schemeClr>
                </a:solidFill>
              </a:rPr>
              <a:t>Post –Tower Processing: The powdered base is then sent to a post-tower processing plant where it is further refined and mixed.</a:t>
            </a:r>
          </a:p>
          <a:p>
            <a:pPr marL="342900" indent="-342900">
              <a:buAutoNum type="arabicPeriod"/>
            </a:pPr>
            <a:r>
              <a:rPr lang="en-IO" sz="1600" dirty="0">
                <a:solidFill>
                  <a:schemeClr val="accent2">
                    <a:lumMod val="50000"/>
                  </a:schemeClr>
                </a:solidFill>
              </a:rPr>
              <a:t>Additives: During this stage, additives that cannot withstand the high temperatures of spray drying, including enzymes(like protease), fragrances, are incorporated int to powder.</a:t>
            </a:r>
          </a:p>
          <a:p>
            <a:pPr marL="342900" indent="-342900">
              <a:buAutoNum type="arabicPeriod"/>
            </a:pPr>
            <a:r>
              <a:rPr lang="en-IO" sz="1600" dirty="0">
                <a:solidFill>
                  <a:schemeClr val="accent2">
                    <a:lumMod val="50000"/>
                  </a:schemeClr>
                </a:solidFill>
              </a:rPr>
              <a:t>Blending: the base powder and the added ingredients are blended to created the final product.</a:t>
            </a:r>
          </a:p>
          <a:p>
            <a:pPr marL="342900" indent="-342900">
              <a:buAutoNum type="arabicPeriod"/>
            </a:pPr>
            <a:endParaRPr lang="en-IO" sz="1600" dirty="0">
              <a:solidFill>
                <a:schemeClr val="accent2">
                  <a:lumMod val="50000"/>
                </a:schemeClr>
              </a:solidFill>
            </a:endParaRPr>
          </a:p>
          <a:p>
            <a:pPr marL="0" indent="0">
              <a:buNone/>
            </a:pPr>
            <a:endParaRPr lang="en-IN" sz="1600" dirty="0"/>
          </a:p>
        </p:txBody>
      </p:sp>
      <p:pic>
        <p:nvPicPr>
          <p:cNvPr id="6" name="Picture 5">
            <a:extLst>
              <a:ext uri="{FF2B5EF4-FFF2-40B4-BE49-F238E27FC236}">
                <a16:creationId xmlns:a16="http://schemas.microsoft.com/office/drawing/2014/main" id="{7215DB73-436F-E6F0-5CBD-469DDA631FE0}"/>
              </a:ext>
            </a:extLst>
          </p:cNvPr>
          <p:cNvPicPr>
            <a:picLocks noChangeAspect="1"/>
          </p:cNvPicPr>
          <p:nvPr/>
        </p:nvPicPr>
        <p:blipFill>
          <a:blip r:embed="rId2"/>
          <a:stretch>
            <a:fillRect/>
          </a:stretch>
        </p:blipFill>
        <p:spPr>
          <a:xfrm>
            <a:off x="4159942" y="4334698"/>
            <a:ext cx="4083408" cy="2367317"/>
          </a:xfrm>
          <a:prstGeom prst="rect">
            <a:avLst/>
          </a:prstGeom>
        </p:spPr>
      </p:pic>
    </p:spTree>
    <p:extLst>
      <p:ext uri="{BB962C8B-B14F-4D97-AF65-F5344CB8AC3E}">
        <p14:creationId xmlns:p14="http://schemas.microsoft.com/office/powerpoint/2010/main" val="421291746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6389EF3-F0DB-8D70-49CC-4AA70D9D47C0}"/>
            </a:ext>
          </a:extLst>
        </p:cNvPr>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64C1F8D5-F451-FA0D-F808-E204D9768617}"/>
              </a:ext>
            </a:extLst>
          </p:cNvPr>
          <p:cNvSpPr>
            <a:spLocks noGrp="1"/>
          </p:cNvSpPr>
          <p:nvPr>
            <p:ph type="sldNum" sz="quarter" idx="4"/>
          </p:nvPr>
        </p:nvSpPr>
        <p:spPr/>
        <p:txBody>
          <a:bodyPr/>
          <a:lstStyle/>
          <a:p>
            <a:fld id="{294A09A9-5501-47C1-A89A-A340965A2BE2}" type="slidenum">
              <a:rPr lang="en-IN" noProof="0" smtClean="0"/>
              <a:pPr/>
              <a:t>7</a:t>
            </a:fld>
            <a:endParaRPr lang="en-IN" noProof="0" dirty="0"/>
          </a:p>
        </p:txBody>
      </p:sp>
      <p:sp>
        <p:nvSpPr>
          <p:cNvPr id="5" name="Content Placeholder 4">
            <a:extLst>
              <a:ext uri="{FF2B5EF4-FFF2-40B4-BE49-F238E27FC236}">
                <a16:creationId xmlns:a16="http://schemas.microsoft.com/office/drawing/2014/main" id="{27C48C8C-4DE1-97E2-A383-3790483EBB84}"/>
              </a:ext>
            </a:extLst>
          </p:cNvPr>
          <p:cNvSpPr>
            <a:spLocks noGrp="1"/>
          </p:cNvSpPr>
          <p:nvPr>
            <p:ph sz="quarter" idx="11"/>
          </p:nvPr>
        </p:nvSpPr>
        <p:spPr>
          <a:xfrm>
            <a:off x="585135" y="507143"/>
            <a:ext cx="3581751" cy="847096"/>
          </a:xfrm>
        </p:spPr>
        <p:txBody>
          <a:bodyPr>
            <a:normAutofit fontScale="70000" lnSpcReduction="20000"/>
          </a:bodyPr>
          <a:lstStyle/>
          <a:p>
            <a:pPr marL="0" indent="0">
              <a:buNone/>
            </a:pPr>
            <a:r>
              <a:rPr lang="en-IO" sz="3700" dirty="0">
                <a:solidFill>
                  <a:schemeClr val="accent2">
                    <a:lumMod val="50000"/>
                  </a:schemeClr>
                </a:solidFill>
                <a:latin typeface="+mj-lt"/>
              </a:rPr>
              <a:t>Process</a:t>
            </a:r>
            <a:r>
              <a:rPr lang="en-IN" sz="3700" dirty="0">
                <a:solidFill>
                  <a:schemeClr val="accent2">
                    <a:lumMod val="50000"/>
                  </a:schemeClr>
                </a:solidFill>
                <a:latin typeface="+mj-lt"/>
              </a:rPr>
              <a:t> Conditions</a:t>
            </a:r>
          </a:p>
        </p:txBody>
      </p:sp>
      <p:sp>
        <p:nvSpPr>
          <p:cNvPr id="7" name="TextBox 6">
            <a:extLst>
              <a:ext uri="{FF2B5EF4-FFF2-40B4-BE49-F238E27FC236}">
                <a16:creationId xmlns:a16="http://schemas.microsoft.com/office/drawing/2014/main" id="{36DDB652-87A5-6CD9-3C04-AB8F7BC997C7}"/>
              </a:ext>
            </a:extLst>
          </p:cNvPr>
          <p:cNvSpPr txBox="1"/>
          <p:nvPr/>
        </p:nvSpPr>
        <p:spPr>
          <a:xfrm>
            <a:off x="585135" y="1943812"/>
            <a:ext cx="11325215" cy="3136371"/>
          </a:xfrm>
          <a:prstGeom prst="rect">
            <a:avLst/>
          </a:prstGeom>
          <a:noFill/>
        </p:spPr>
        <p:txBody>
          <a:bodyPr wrap="square" rtlCol="0">
            <a:spAutoFit/>
          </a:bodyPr>
          <a:lstStyle/>
          <a:p>
            <a:pPr marL="342900" indent="-342900">
              <a:lnSpc>
                <a:spcPct val="150000"/>
              </a:lnSpc>
              <a:spcBef>
                <a:spcPts val="1000"/>
              </a:spcBef>
              <a:buFont typeface="Arial" panose="020B0604020202020204" pitchFamily="34" charset="0"/>
              <a:buAutoNum type="arabicPeriod"/>
            </a:pPr>
            <a:r>
              <a:rPr lang="en-IN" sz="1600" dirty="0">
                <a:solidFill>
                  <a:schemeClr val="accent2">
                    <a:lumMod val="50000"/>
                  </a:schemeClr>
                </a:solidFill>
              </a:rPr>
              <a:t>Dry Detergents:                                                                                                                                                                                    Temperature- Ambient (&lt;40°C) to avoid enzyme denaturation.                                                                                     Incorporation of protease- Typically added as a granule or as a coated  particle.</a:t>
            </a:r>
          </a:p>
          <a:p>
            <a:pPr marL="342900" indent="-342900">
              <a:lnSpc>
                <a:spcPct val="150000"/>
              </a:lnSpc>
              <a:spcBef>
                <a:spcPts val="1000"/>
              </a:spcBef>
              <a:buFont typeface="Arial" panose="020B0604020202020204" pitchFamily="34" charset="0"/>
              <a:buAutoNum type="arabicPeriod"/>
            </a:pPr>
            <a:r>
              <a:rPr lang="en-IN" sz="1600" dirty="0">
                <a:solidFill>
                  <a:schemeClr val="accent2">
                    <a:lumMod val="50000"/>
                  </a:schemeClr>
                </a:solidFill>
              </a:rPr>
              <a:t> Liquid Detergents:                                                                                                                                                                                  Temperature- Typically kept at 25- 40°C.                                                                                                                                                                   pH- Buffered at pH 7.0-9.0 to ensure enzyme stability.                                                                                                      Incorporation of protease-  Added at last to avoid shear inactivation. Requires preservatives such as isothiazolinones to prevent microbial growth.</a:t>
            </a:r>
            <a:endParaRPr lang="en-IN" dirty="0"/>
          </a:p>
        </p:txBody>
      </p:sp>
      <p:sp>
        <p:nvSpPr>
          <p:cNvPr id="8" name="TextBox 7">
            <a:extLst>
              <a:ext uri="{FF2B5EF4-FFF2-40B4-BE49-F238E27FC236}">
                <a16:creationId xmlns:a16="http://schemas.microsoft.com/office/drawing/2014/main" id="{C9F6127A-CEA4-3CB6-2D5B-2F6E9145DF4D}"/>
              </a:ext>
            </a:extLst>
          </p:cNvPr>
          <p:cNvSpPr txBox="1"/>
          <p:nvPr/>
        </p:nvSpPr>
        <p:spPr>
          <a:xfrm>
            <a:off x="585135" y="1184962"/>
            <a:ext cx="9095874" cy="338554"/>
          </a:xfrm>
          <a:prstGeom prst="rect">
            <a:avLst/>
          </a:prstGeom>
          <a:noFill/>
        </p:spPr>
        <p:txBody>
          <a:bodyPr wrap="square" rtlCol="0">
            <a:spAutoFit/>
          </a:bodyPr>
          <a:lstStyle/>
          <a:p>
            <a:r>
              <a:rPr lang="en-IN" sz="1600" dirty="0">
                <a:solidFill>
                  <a:schemeClr val="accent2">
                    <a:lumMod val="50000"/>
                  </a:schemeClr>
                </a:solidFill>
              </a:rPr>
              <a:t>Protease used in detergents are usually microbially derived, often from Bacillus species.</a:t>
            </a:r>
          </a:p>
        </p:txBody>
      </p:sp>
      <p:sp>
        <p:nvSpPr>
          <p:cNvPr id="9" name="TextBox 8">
            <a:extLst>
              <a:ext uri="{FF2B5EF4-FFF2-40B4-BE49-F238E27FC236}">
                <a16:creationId xmlns:a16="http://schemas.microsoft.com/office/drawing/2014/main" id="{093C1F11-B914-44B6-1A47-BFFAA329A3BB}"/>
              </a:ext>
            </a:extLst>
          </p:cNvPr>
          <p:cNvSpPr txBox="1"/>
          <p:nvPr/>
        </p:nvSpPr>
        <p:spPr>
          <a:xfrm>
            <a:off x="585135" y="1523516"/>
            <a:ext cx="3993266" cy="369332"/>
          </a:xfrm>
          <a:prstGeom prst="rect">
            <a:avLst/>
          </a:prstGeom>
          <a:noFill/>
        </p:spPr>
        <p:txBody>
          <a:bodyPr wrap="square" rtlCol="0">
            <a:spAutoFit/>
          </a:bodyPr>
          <a:lstStyle/>
          <a:p>
            <a:r>
              <a:rPr lang="en-IN" sz="1600" dirty="0">
                <a:solidFill>
                  <a:schemeClr val="accent2">
                    <a:lumMod val="50000"/>
                  </a:schemeClr>
                </a:solidFill>
              </a:rPr>
              <a:t>Formulation Process</a:t>
            </a:r>
            <a:r>
              <a:rPr lang="en-IN" dirty="0"/>
              <a:t>:</a:t>
            </a:r>
          </a:p>
        </p:txBody>
      </p:sp>
      <p:sp>
        <p:nvSpPr>
          <p:cNvPr id="11" name="TextBox 10">
            <a:extLst>
              <a:ext uri="{FF2B5EF4-FFF2-40B4-BE49-F238E27FC236}">
                <a16:creationId xmlns:a16="http://schemas.microsoft.com/office/drawing/2014/main" id="{6EF91A6D-91BE-C702-F7B5-6E43C59E227E}"/>
              </a:ext>
            </a:extLst>
          </p:cNvPr>
          <p:cNvSpPr txBox="1"/>
          <p:nvPr/>
        </p:nvSpPr>
        <p:spPr>
          <a:xfrm>
            <a:off x="585135" y="5242151"/>
            <a:ext cx="9095874" cy="861774"/>
          </a:xfrm>
          <a:prstGeom prst="rect">
            <a:avLst/>
          </a:prstGeom>
          <a:noFill/>
        </p:spPr>
        <p:txBody>
          <a:bodyPr wrap="square" rtlCol="0">
            <a:spAutoFit/>
          </a:bodyPr>
          <a:lstStyle/>
          <a:p>
            <a:r>
              <a:rPr lang="en-IN" sz="1600" dirty="0">
                <a:solidFill>
                  <a:schemeClr val="accent2">
                    <a:lumMod val="50000"/>
                  </a:schemeClr>
                </a:solidFill>
              </a:rPr>
              <a:t>In general:</a:t>
            </a:r>
          </a:p>
          <a:p>
            <a:r>
              <a:rPr lang="en-IN" sz="1600" dirty="0">
                <a:solidFill>
                  <a:schemeClr val="accent2">
                    <a:lumMod val="50000"/>
                  </a:schemeClr>
                </a:solidFill>
              </a:rPr>
              <a:t>Avoid exposures to high temperatures (&gt;50 °C).</a:t>
            </a:r>
          </a:p>
          <a:p>
            <a:r>
              <a:rPr lang="en-IN" sz="1600" dirty="0">
                <a:solidFill>
                  <a:schemeClr val="accent2">
                    <a:lumMod val="50000"/>
                  </a:schemeClr>
                </a:solidFill>
              </a:rPr>
              <a:t>Avoid dust formations in dry formulation because enzyme dust is hazardous</a:t>
            </a:r>
            <a:r>
              <a:rPr lang="en-IN" dirty="0"/>
              <a:t>.</a:t>
            </a:r>
          </a:p>
        </p:txBody>
      </p:sp>
    </p:spTree>
    <p:extLst>
      <p:ext uri="{BB962C8B-B14F-4D97-AF65-F5344CB8AC3E}">
        <p14:creationId xmlns:p14="http://schemas.microsoft.com/office/powerpoint/2010/main" val="356789132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054B7BCF-2929-89B7-B127-731DED2209B0}"/>
            </a:ext>
          </a:extLst>
        </p:cNvPr>
        <p:cNvGrpSpPr/>
        <p:nvPr/>
      </p:nvGrpSpPr>
      <p:grpSpPr>
        <a:xfrm>
          <a:off x="0" y="0"/>
          <a:ext cx="0" cy="0"/>
          <a:chOff x="0" y="0"/>
          <a:chExt cx="0" cy="0"/>
        </a:xfrm>
      </p:grpSpPr>
      <p:sp>
        <p:nvSpPr>
          <p:cNvPr id="25" name="Text Placeholder 24">
            <a:extLst>
              <a:ext uri="{FF2B5EF4-FFF2-40B4-BE49-F238E27FC236}">
                <a16:creationId xmlns:a16="http://schemas.microsoft.com/office/drawing/2014/main" id="{0B390260-46A5-9810-AE53-FF15F1B585C4}"/>
              </a:ext>
            </a:extLst>
          </p:cNvPr>
          <p:cNvSpPr>
            <a:spLocks noGrp="1"/>
          </p:cNvSpPr>
          <p:nvPr>
            <p:ph type="body" sz="quarter" idx="15"/>
          </p:nvPr>
        </p:nvSpPr>
        <p:spPr/>
        <p:txBody>
          <a:bodyPr/>
          <a:lstStyle/>
          <a:p>
            <a:r>
              <a:rPr lang="en-IN" noProof="0" dirty="0"/>
              <a:t>0</a:t>
            </a:r>
            <a:r>
              <a:rPr lang="en-IO" dirty="0"/>
              <a:t>4</a:t>
            </a:r>
            <a:endParaRPr lang="en-IN" noProof="0" dirty="0"/>
          </a:p>
        </p:txBody>
      </p:sp>
      <p:sp>
        <p:nvSpPr>
          <p:cNvPr id="18" name="Title 17">
            <a:extLst>
              <a:ext uri="{FF2B5EF4-FFF2-40B4-BE49-F238E27FC236}">
                <a16:creationId xmlns:a16="http://schemas.microsoft.com/office/drawing/2014/main" id="{47B23684-724B-86BF-790B-98403E8D567A}"/>
              </a:ext>
            </a:extLst>
          </p:cNvPr>
          <p:cNvSpPr>
            <a:spLocks noGrp="1"/>
          </p:cNvSpPr>
          <p:nvPr>
            <p:ph type="title"/>
          </p:nvPr>
        </p:nvSpPr>
        <p:spPr>
          <a:xfrm>
            <a:off x="1040129" y="466742"/>
            <a:ext cx="9340999" cy="1340615"/>
          </a:xfrm>
        </p:spPr>
        <p:txBody>
          <a:bodyPr/>
          <a:lstStyle/>
          <a:p>
            <a:r>
              <a:rPr lang="en-IO" noProof="0" dirty="0"/>
              <a:t>Industrial Product: Detergent</a:t>
            </a:r>
            <a:endParaRPr lang="en-IN" noProof="0" dirty="0"/>
          </a:p>
        </p:txBody>
      </p:sp>
      <p:sp>
        <p:nvSpPr>
          <p:cNvPr id="3" name="Content Placeholder 2">
            <a:extLst>
              <a:ext uri="{FF2B5EF4-FFF2-40B4-BE49-F238E27FC236}">
                <a16:creationId xmlns:a16="http://schemas.microsoft.com/office/drawing/2014/main" id="{AF3B3053-EF0C-63C4-9AAF-D58F94214588}"/>
              </a:ext>
            </a:extLst>
          </p:cNvPr>
          <p:cNvSpPr>
            <a:spLocks noGrp="1"/>
          </p:cNvSpPr>
          <p:nvPr>
            <p:ph type="body" sz="quarter" idx="13"/>
          </p:nvPr>
        </p:nvSpPr>
        <p:spPr>
          <a:xfrm>
            <a:off x="957431" y="1656679"/>
            <a:ext cx="5541790" cy="4359110"/>
          </a:xfrm>
        </p:spPr>
        <p:txBody>
          <a:bodyPr>
            <a:normAutofit fontScale="85000" lnSpcReduction="20000"/>
          </a:bodyPr>
          <a:lstStyle/>
          <a:p>
            <a:r>
              <a:rPr lang="en-US" sz="1700" dirty="0"/>
              <a:t>Detergency is a term which describes the process of cleaning by a surface active agents. Detergents play important role in life. Surfactants, builders, corrosion inhibitors, brighteners, bleaching agents and enzymes are ingredients of detergents. Enzymes are the key components in formulation of detergents such as protease. The </a:t>
            </a:r>
            <a:r>
              <a:rPr lang="en-US" dirty="0"/>
              <a:t>essential ingredient in modern detergents is protease enzyme. Detergents containing enzymes are effective in removing strains and reduce water consumptions.</a:t>
            </a:r>
          </a:p>
          <a:p>
            <a:r>
              <a:rPr lang="en-IN" sz="1700" dirty="0"/>
              <a:t>Detergent contains a mixture of enzymes, including:</a:t>
            </a:r>
            <a:r>
              <a:rPr lang="en-IO" sz="1700" dirty="0"/>
              <a:t>                                                                          </a:t>
            </a:r>
            <a:r>
              <a:rPr lang="en-IN" sz="1700" dirty="0"/>
              <a:t>Protease (for protein stains)</a:t>
            </a:r>
            <a:r>
              <a:rPr lang="en-IO" sz="1700" dirty="0"/>
              <a:t>                                  </a:t>
            </a:r>
            <a:r>
              <a:rPr lang="en-IN" sz="1700" dirty="0"/>
              <a:t>                     </a:t>
            </a:r>
            <a:r>
              <a:rPr lang="en-IO" sz="1700" dirty="0"/>
              <a:t> </a:t>
            </a:r>
            <a:r>
              <a:rPr lang="en-IN" sz="1700" dirty="0"/>
              <a:t>Amylase (for starch stains)</a:t>
            </a:r>
            <a:r>
              <a:rPr lang="en-IO" sz="1700" dirty="0"/>
              <a:t>                                       </a:t>
            </a:r>
            <a:r>
              <a:rPr lang="en-IN" sz="1700" dirty="0"/>
              <a:t>        </a:t>
            </a:r>
            <a:r>
              <a:rPr lang="en-IO" sz="1700" dirty="0"/>
              <a:t> </a:t>
            </a:r>
            <a:r>
              <a:rPr lang="en-IN" sz="1700" dirty="0"/>
              <a:t>              </a:t>
            </a:r>
            <a:r>
              <a:rPr lang="en-IO" sz="1700" dirty="0"/>
              <a:t>  </a:t>
            </a:r>
            <a:r>
              <a:rPr lang="en-IN" sz="1700" dirty="0"/>
              <a:t>Lipase (for grease/oil stains)</a:t>
            </a:r>
            <a:r>
              <a:rPr lang="en-IO" sz="1700" dirty="0"/>
              <a:t>                                       </a:t>
            </a:r>
            <a:r>
              <a:rPr lang="en-IN" sz="1700" dirty="0"/>
              <a:t>           </a:t>
            </a:r>
            <a:r>
              <a:rPr lang="en-IO" sz="1700" dirty="0"/>
              <a:t>     </a:t>
            </a:r>
            <a:r>
              <a:rPr lang="en-IN" sz="1700" dirty="0"/>
              <a:t>Cellulase (for fabric care)</a:t>
            </a:r>
            <a:endParaRPr lang="en-IO" sz="1700" dirty="0"/>
          </a:p>
          <a:p>
            <a:endParaRPr lang="en-IN" dirty="0"/>
          </a:p>
        </p:txBody>
      </p:sp>
      <p:sp>
        <p:nvSpPr>
          <p:cNvPr id="35" name="Slide Number Placeholder 34">
            <a:extLst>
              <a:ext uri="{FF2B5EF4-FFF2-40B4-BE49-F238E27FC236}">
                <a16:creationId xmlns:a16="http://schemas.microsoft.com/office/drawing/2014/main" id="{83126A10-5949-AF65-DC4A-4F2EC2EDE4E0}"/>
              </a:ext>
            </a:extLst>
          </p:cNvPr>
          <p:cNvSpPr>
            <a:spLocks noGrp="1"/>
          </p:cNvSpPr>
          <p:nvPr>
            <p:ph type="sldNum" sz="quarter" idx="4"/>
          </p:nvPr>
        </p:nvSpPr>
        <p:spPr/>
        <p:txBody>
          <a:bodyPr/>
          <a:lstStyle/>
          <a:p>
            <a:fld id="{294A09A9-5501-47C1-A89A-A340965A2BE2}" type="slidenum">
              <a:rPr lang="en-IN" noProof="0" smtClean="0"/>
              <a:pPr/>
              <a:t>8</a:t>
            </a:fld>
            <a:endParaRPr lang="en-IN" noProof="0" dirty="0"/>
          </a:p>
        </p:txBody>
      </p:sp>
      <p:sp>
        <p:nvSpPr>
          <p:cNvPr id="5" name="TextBox 4">
            <a:extLst>
              <a:ext uri="{FF2B5EF4-FFF2-40B4-BE49-F238E27FC236}">
                <a16:creationId xmlns:a16="http://schemas.microsoft.com/office/drawing/2014/main" id="{B84DD325-AA92-3646-85CF-DAA96471B54D}"/>
              </a:ext>
            </a:extLst>
          </p:cNvPr>
          <p:cNvSpPr txBox="1"/>
          <p:nvPr/>
        </p:nvSpPr>
        <p:spPr>
          <a:xfrm>
            <a:off x="6777433" y="1807357"/>
            <a:ext cx="6615280" cy="584775"/>
          </a:xfrm>
          <a:prstGeom prst="rect">
            <a:avLst/>
          </a:prstGeom>
          <a:noFill/>
        </p:spPr>
        <p:txBody>
          <a:bodyPr wrap="square" rtlCol="0">
            <a:spAutoFit/>
          </a:bodyPr>
          <a:lstStyle/>
          <a:p>
            <a:r>
              <a:rPr lang="en-IN" sz="1600" dirty="0">
                <a:solidFill>
                  <a:schemeClr val="accent2">
                    <a:lumMod val="50000"/>
                  </a:schemeClr>
                </a:solidFill>
              </a:rPr>
              <a:t>Product forms:</a:t>
            </a:r>
            <a:r>
              <a:rPr lang="en-IO" sz="1600" dirty="0">
                <a:solidFill>
                  <a:schemeClr val="accent2">
                    <a:lumMod val="50000"/>
                  </a:schemeClr>
                </a:solidFill>
              </a:rPr>
              <a:t>                                                                      </a:t>
            </a:r>
          </a:p>
          <a:p>
            <a:r>
              <a:rPr lang="en-IN" sz="1600" dirty="0">
                <a:solidFill>
                  <a:schemeClr val="accent2">
                    <a:lumMod val="50000"/>
                  </a:schemeClr>
                </a:solidFill>
              </a:rPr>
              <a:t>Powder detergents</a:t>
            </a:r>
            <a:r>
              <a:rPr lang="en-IO" sz="1600" dirty="0">
                <a:solidFill>
                  <a:schemeClr val="accent2">
                    <a:lumMod val="50000"/>
                  </a:schemeClr>
                </a:solidFill>
              </a:rPr>
              <a:t>              </a:t>
            </a:r>
            <a:r>
              <a:rPr lang="en-IN" sz="1600" dirty="0">
                <a:solidFill>
                  <a:schemeClr val="accent2">
                    <a:lumMod val="50000"/>
                  </a:schemeClr>
                </a:solidFill>
              </a:rPr>
              <a:t>Liquid detergents</a:t>
            </a:r>
          </a:p>
        </p:txBody>
      </p:sp>
      <p:pic>
        <p:nvPicPr>
          <p:cNvPr id="6" name="Picture 5">
            <a:extLst>
              <a:ext uri="{FF2B5EF4-FFF2-40B4-BE49-F238E27FC236}">
                <a16:creationId xmlns:a16="http://schemas.microsoft.com/office/drawing/2014/main" id="{6499D199-D887-7F77-F76C-A51474162EE6}"/>
              </a:ext>
            </a:extLst>
          </p:cNvPr>
          <p:cNvPicPr>
            <a:picLocks noChangeAspect="1"/>
          </p:cNvPicPr>
          <p:nvPr/>
        </p:nvPicPr>
        <p:blipFill>
          <a:blip r:embed="rId2"/>
          <a:stretch>
            <a:fillRect/>
          </a:stretch>
        </p:blipFill>
        <p:spPr>
          <a:xfrm>
            <a:off x="9499934" y="2466265"/>
            <a:ext cx="1762387" cy="1762387"/>
          </a:xfrm>
          <a:prstGeom prst="rect">
            <a:avLst/>
          </a:prstGeom>
        </p:spPr>
      </p:pic>
      <p:pic>
        <p:nvPicPr>
          <p:cNvPr id="7" name="Picture 6">
            <a:extLst>
              <a:ext uri="{FF2B5EF4-FFF2-40B4-BE49-F238E27FC236}">
                <a16:creationId xmlns:a16="http://schemas.microsoft.com/office/drawing/2014/main" id="{5880EEC9-C88B-6F3F-F1F0-6E14CDCD4EEF}"/>
              </a:ext>
            </a:extLst>
          </p:cNvPr>
          <p:cNvPicPr>
            <a:picLocks noChangeAspect="1"/>
          </p:cNvPicPr>
          <p:nvPr/>
        </p:nvPicPr>
        <p:blipFill>
          <a:blip r:embed="rId3"/>
          <a:stretch>
            <a:fillRect/>
          </a:stretch>
        </p:blipFill>
        <p:spPr>
          <a:xfrm>
            <a:off x="7038804" y="2466265"/>
            <a:ext cx="1762387" cy="1780325"/>
          </a:xfrm>
          <a:prstGeom prst="rect">
            <a:avLst/>
          </a:prstGeom>
        </p:spPr>
      </p:pic>
      <p:sp>
        <p:nvSpPr>
          <p:cNvPr id="8" name="TextBox 7">
            <a:extLst>
              <a:ext uri="{FF2B5EF4-FFF2-40B4-BE49-F238E27FC236}">
                <a16:creationId xmlns:a16="http://schemas.microsoft.com/office/drawing/2014/main" id="{AA072935-EDA5-70B7-EB82-572061633DB5}"/>
              </a:ext>
            </a:extLst>
          </p:cNvPr>
          <p:cNvSpPr txBox="1"/>
          <p:nvPr/>
        </p:nvSpPr>
        <p:spPr>
          <a:xfrm>
            <a:off x="6766561" y="4572987"/>
            <a:ext cx="5055871" cy="1384995"/>
          </a:xfrm>
          <a:prstGeom prst="rect">
            <a:avLst/>
          </a:prstGeom>
          <a:noFill/>
        </p:spPr>
        <p:txBody>
          <a:bodyPr wrap="square" rtlCol="0">
            <a:spAutoFit/>
          </a:bodyPr>
          <a:lstStyle/>
          <a:p>
            <a:r>
              <a:rPr lang="en-IN" sz="1400" dirty="0">
                <a:solidFill>
                  <a:schemeClr val="accent2">
                    <a:lumMod val="50000"/>
                  </a:schemeClr>
                </a:solidFill>
              </a:rPr>
              <a:t>Benefits:                                                          </a:t>
            </a:r>
            <a:r>
              <a:rPr lang="en-IO" sz="1400" dirty="0">
                <a:solidFill>
                  <a:schemeClr val="accent2">
                    <a:lumMod val="50000"/>
                  </a:schemeClr>
                </a:solidFill>
              </a:rPr>
              <a:t>                </a:t>
            </a:r>
            <a:r>
              <a:rPr lang="en-IN" sz="1400" dirty="0">
                <a:solidFill>
                  <a:schemeClr val="accent2">
                    <a:lumMod val="50000"/>
                  </a:schemeClr>
                </a:solidFill>
              </a:rPr>
              <a:t>                Works effectively at low temperatures. </a:t>
            </a:r>
            <a:r>
              <a:rPr lang="en-IO" sz="1400" dirty="0">
                <a:solidFill>
                  <a:schemeClr val="accent2">
                    <a:lumMod val="50000"/>
                  </a:schemeClr>
                </a:solidFill>
              </a:rPr>
              <a:t>  </a:t>
            </a:r>
            <a:r>
              <a:rPr lang="en-IN" sz="1400" dirty="0">
                <a:solidFill>
                  <a:schemeClr val="accent2">
                    <a:lumMod val="50000"/>
                  </a:schemeClr>
                </a:solidFill>
              </a:rPr>
              <a:t>                    </a:t>
            </a:r>
            <a:r>
              <a:rPr lang="en-IO" sz="1400" dirty="0">
                <a:solidFill>
                  <a:schemeClr val="accent2">
                    <a:lumMod val="50000"/>
                  </a:schemeClr>
                </a:solidFill>
              </a:rPr>
              <a:t> </a:t>
            </a:r>
            <a:r>
              <a:rPr lang="en-IN" sz="1400" dirty="0">
                <a:solidFill>
                  <a:schemeClr val="accent2">
                    <a:lumMod val="50000"/>
                  </a:schemeClr>
                </a:solidFill>
              </a:rPr>
              <a:t>Reduces the need for hot water(energy saving).                                                                    Eco friendly</a:t>
            </a:r>
            <a:r>
              <a:rPr lang="en-IO" sz="1400" dirty="0">
                <a:solidFill>
                  <a:schemeClr val="accent2">
                    <a:lumMod val="50000"/>
                  </a:schemeClr>
                </a:solidFill>
              </a:rPr>
              <a:t> as</a:t>
            </a:r>
            <a:r>
              <a:rPr lang="en-IN" sz="1400" dirty="0">
                <a:solidFill>
                  <a:schemeClr val="accent2">
                    <a:lumMod val="50000"/>
                  </a:schemeClr>
                </a:solidFill>
              </a:rPr>
              <a:t>fewer harsh chemicals needed.</a:t>
            </a:r>
          </a:p>
          <a:p>
            <a:r>
              <a:rPr lang="en-IN" sz="1400" dirty="0">
                <a:solidFill>
                  <a:schemeClr val="accent2">
                    <a:lumMod val="50000"/>
                  </a:schemeClr>
                </a:solidFill>
              </a:rPr>
              <a:t>Improved cleaning performance across a range of stains.</a:t>
            </a:r>
          </a:p>
        </p:txBody>
      </p:sp>
    </p:spTree>
    <p:extLst>
      <p:ext uri="{BB962C8B-B14F-4D97-AF65-F5344CB8AC3E}">
        <p14:creationId xmlns:p14="http://schemas.microsoft.com/office/powerpoint/2010/main" val="381441240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381C18CE-D2F4-AD38-5C95-DB5C81907163}"/>
            </a:ext>
          </a:extLst>
        </p:cNvPr>
        <p:cNvGrpSpPr/>
        <p:nvPr/>
      </p:nvGrpSpPr>
      <p:grpSpPr>
        <a:xfrm>
          <a:off x="0" y="0"/>
          <a:ext cx="0" cy="0"/>
          <a:chOff x="0" y="0"/>
          <a:chExt cx="0" cy="0"/>
        </a:xfrm>
      </p:grpSpPr>
      <p:sp>
        <p:nvSpPr>
          <p:cNvPr id="25" name="Text Placeholder 24">
            <a:extLst>
              <a:ext uri="{FF2B5EF4-FFF2-40B4-BE49-F238E27FC236}">
                <a16:creationId xmlns:a16="http://schemas.microsoft.com/office/drawing/2014/main" id="{4A5C12A7-ACA9-6299-762E-BBB62A99C78B}"/>
              </a:ext>
            </a:extLst>
          </p:cNvPr>
          <p:cNvSpPr>
            <a:spLocks noGrp="1"/>
          </p:cNvSpPr>
          <p:nvPr>
            <p:ph type="body" sz="quarter" idx="15"/>
          </p:nvPr>
        </p:nvSpPr>
        <p:spPr/>
        <p:txBody>
          <a:bodyPr/>
          <a:lstStyle/>
          <a:p>
            <a:r>
              <a:rPr lang="en-IN" noProof="0" dirty="0"/>
              <a:t>0</a:t>
            </a:r>
            <a:r>
              <a:rPr lang="en-IO" noProof="0" dirty="0"/>
              <a:t>5</a:t>
            </a:r>
            <a:endParaRPr lang="en-IN" noProof="0" dirty="0"/>
          </a:p>
        </p:txBody>
      </p:sp>
      <p:sp>
        <p:nvSpPr>
          <p:cNvPr id="18" name="Title 17">
            <a:extLst>
              <a:ext uri="{FF2B5EF4-FFF2-40B4-BE49-F238E27FC236}">
                <a16:creationId xmlns:a16="http://schemas.microsoft.com/office/drawing/2014/main" id="{CBAF421E-E3BF-4877-A41B-012A8E65F04F}"/>
              </a:ext>
            </a:extLst>
          </p:cNvPr>
          <p:cNvSpPr>
            <a:spLocks noGrp="1"/>
          </p:cNvSpPr>
          <p:nvPr>
            <p:ph type="title"/>
          </p:nvPr>
        </p:nvSpPr>
        <p:spPr>
          <a:xfrm>
            <a:off x="957431" y="465137"/>
            <a:ext cx="6995832" cy="1340615"/>
          </a:xfrm>
        </p:spPr>
        <p:txBody>
          <a:bodyPr/>
          <a:lstStyle/>
          <a:p>
            <a:r>
              <a:rPr lang="en-IO" noProof="0" dirty="0"/>
              <a:t>Industrial Applications</a:t>
            </a:r>
            <a:endParaRPr lang="en-IN" noProof="0" dirty="0"/>
          </a:p>
        </p:txBody>
      </p:sp>
      <p:sp>
        <p:nvSpPr>
          <p:cNvPr id="3" name="Content Placeholder 2">
            <a:extLst>
              <a:ext uri="{FF2B5EF4-FFF2-40B4-BE49-F238E27FC236}">
                <a16:creationId xmlns:a16="http://schemas.microsoft.com/office/drawing/2014/main" id="{7CBB600F-1AA8-DCCC-52DE-023CC64E6D56}"/>
              </a:ext>
            </a:extLst>
          </p:cNvPr>
          <p:cNvSpPr>
            <a:spLocks noGrp="1"/>
          </p:cNvSpPr>
          <p:nvPr>
            <p:ph type="body" sz="quarter" idx="13"/>
          </p:nvPr>
        </p:nvSpPr>
        <p:spPr>
          <a:xfrm>
            <a:off x="957431" y="1805752"/>
            <a:ext cx="5325035" cy="4830303"/>
          </a:xfrm>
        </p:spPr>
        <p:txBody>
          <a:bodyPr>
            <a:normAutofit/>
          </a:bodyPr>
          <a:lstStyle/>
          <a:p>
            <a:r>
              <a:rPr lang="en-IN" dirty="0"/>
              <a:t>Household Cleaning: Used in home laundry detergents for stain removal.</a:t>
            </a:r>
          </a:p>
          <a:p>
            <a:r>
              <a:rPr lang="en-IN" dirty="0"/>
              <a:t>Commercial Laundry: Hospitals, hotels, restaurants for removing touch organic stains.</a:t>
            </a:r>
          </a:p>
          <a:p>
            <a:r>
              <a:rPr lang="en-IN" dirty="0"/>
              <a:t>Textile industry: Used to clean raw fabric and remove protein residues.</a:t>
            </a:r>
          </a:p>
          <a:p>
            <a:r>
              <a:rPr lang="en-IN" dirty="0"/>
              <a:t>Environmental: Helps reduce chemical waste and water pollution from traditional detergents.</a:t>
            </a:r>
          </a:p>
        </p:txBody>
      </p:sp>
      <p:sp>
        <p:nvSpPr>
          <p:cNvPr id="35" name="Slide Number Placeholder 34">
            <a:extLst>
              <a:ext uri="{FF2B5EF4-FFF2-40B4-BE49-F238E27FC236}">
                <a16:creationId xmlns:a16="http://schemas.microsoft.com/office/drawing/2014/main" id="{171E1F40-4395-21EF-5791-F8BA0712A478}"/>
              </a:ext>
            </a:extLst>
          </p:cNvPr>
          <p:cNvSpPr>
            <a:spLocks noGrp="1"/>
          </p:cNvSpPr>
          <p:nvPr>
            <p:ph type="sldNum" sz="quarter" idx="4"/>
          </p:nvPr>
        </p:nvSpPr>
        <p:spPr/>
        <p:txBody>
          <a:bodyPr/>
          <a:lstStyle/>
          <a:p>
            <a:fld id="{294A09A9-5501-47C1-A89A-A340965A2BE2}" type="slidenum">
              <a:rPr lang="en-IN" noProof="0" smtClean="0"/>
              <a:pPr/>
              <a:t>9</a:t>
            </a:fld>
            <a:endParaRPr lang="en-IN" noProof="0" dirty="0"/>
          </a:p>
        </p:txBody>
      </p:sp>
      <p:pic>
        <p:nvPicPr>
          <p:cNvPr id="5" name="Picture 4">
            <a:extLst>
              <a:ext uri="{FF2B5EF4-FFF2-40B4-BE49-F238E27FC236}">
                <a16:creationId xmlns:a16="http://schemas.microsoft.com/office/drawing/2014/main" id="{0F0B80E8-0B04-14ED-DF08-3A76F5321EE1}"/>
              </a:ext>
            </a:extLst>
          </p:cNvPr>
          <p:cNvPicPr>
            <a:picLocks noChangeAspect="1"/>
          </p:cNvPicPr>
          <p:nvPr/>
        </p:nvPicPr>
        <p:blipFill>
          <a:blip r:embed="rId2"/>
          <a:stretch>
            <a:fillRect/>
          </a:stretch>
        </p:blipFill>
        <p:spPr>
          <a:xfrm>
            <a:off x="7441321" y="1861953"/>
            <a:ext cx="3918026" cy="2358950"/>
          </a:xfrm>
          <a:prstGeom prst="rect">
            <a:avLst/>
          </a:prstGeom>
        </p:spPr>
      </p:pic>
    </p:spTree>
    <p:extLst>
      <p:ext uri="{BB962C8B-B14F-4D97-AF65-F5344CB8AC3E}">
        <p14:creationId xmlns:p14="http://schemas.microsoft.com/office/powerpoint/2010/main" val="259098737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B9B5F7BB-845F-1BED-2D13-E1319F418CC0}"/>
            </a:ext>
          </a:extLst>
        </p:cNvPr>
        <p:cNvGrpSpPr/>
        <p:nvPr/>
      </p:nvGrpSpPr>
      <p:grpSpPr>
        <a:xfrm>
          <a:off x="0" y="0"/>
          <a:ext cx="0" cy="0"/>
          <a:chOff x="0" y="0"/>
          <a:chExt cx="0" cy="0"/>
        </a:xfrm>
      </p:grpSpPr>
      <p:sp>
        <p:nvSpPr>
          <p:cNvPr id="25" name="Text Placeholder 24">
            <a:extLst>
              <a:ext uri="{FF2B5EF4-FFF2-40B4-BE49-F238E27FC236}">
                <a16:creationId xmlns:a16="http://schemas.microsoft.com/office/drawing/2014/main" id="{A3BAFD60-69DD-0F1C-5E87-921FE7D905C5}"/>
              </a:ext>
            </a:extLst>
          </p:cNvPr>
          <p:cNvSpPr>
            <a:spLocks noGrp="1"/>
          </p:cNvSpPr>
          <p:nvPr>
            <p:ph type="body" sz="quarter" idx="15"/>
          </p:nvPr>
        </p:nvSpPr>
        <p:spPr/>
        <p:txBody>
          <a:bodyPr/>
          <a:lstStyle/>
          <a:p>
            <a:r>
              <a:rPr lang="en-IN" noProof="0" dirty="0"/>
              <a:t>0</a:t>
            </a:r>
            <a:r>
              <a:rPr lang="en-IN" dirty="0"/>
              <a:t>6</a:t>
            </a:r>
            <a:endParaRPr lang="en-IN" noProof="0" dirty="0"/>
          </a:p>
        </p:txBody>
      </p:sp>
      <p:sp>
        <p:nvSpPr>
          <p:cNvPr id="18" name="Title 17">
            <a:extLst>
              <a:ext uri="{FF2B5EF4-FFF2-40B4-BE49-F238E27FC236}">
                <a16:creationId xmlns:a16="http://schemas.microsoft.com/office/drawing/2014/main" id="{2CC30222-B6AA-23CC-A6CE-36C9A14B7B87}"/>
              </a:ext>
            </a:extLst>
          </p:cNvPr>
          <p:cNvSpPr>
            <a:spLocks noGrp="1"/>
          </p:cNvSpPr>
          <p:nvPr>
            <p:ph type="title"/>
          </p:nvPr>
        </p:nvSpPr>
        <p:spPr>
          <a:xfrm>
            <a:off x="957431" y="465137"/>
            <a:ext cx="10969098" cy="1340615"/>
          </a:xfrm>
        </p:spPr>
        <p:txBody>
          <a:bodyPr/>
          <a:lstStyle/>
          <a:p>
            <a:r>
              <a:rPr lang="en-IN" noProof="0" dirty="0"/>
              <a:t>How do engineers help in the process?</a:t>
            </a:r>
          </a:p>
        </p:txBody>
      </p:sp>
      <p:sp>
        <p:nvSpPr>
          <p:cNvPr id="3" name="Content Placeholder 2">
            <a:extLst>
              <a:ext uri="{FF2B5EF4-FFF2-40B4-BE49-F238E27FC236}">
                <a16:creationId xmlns:a16="http://schemas.microsoft.com/office/drawing/2014/main" id="{9EC9ED57-E6B1-5DC5-5E5D-F4F27C422306}"/>
              </a:ext>
            </a:extLst>
          </p:cNvPr>
          <p:cNvSpPr>
            <a:spLocks noGrp="1"/>
          </p:cNvSpPr>
          <p:nvPr>
            <p:ph type="body" sz="quarter" idx="13"/>
          </p:nvPr>
        </p:nvSpPr>
        <p:spPr>
          <a:xfrm>
            <a:off x="957431" y="1805752"/>
            <a:ext cx="10277138" cy="4830303"/>
          </a:xfrm>
        </p:spPr>
        <p:txBody>
          <a:bodyPr>
            <a:normAutofit/>
          </a:bodyPr>
          <a:lstStyle/>
          <a:p>
            <a:r>
              <a:rPr lang="en-IN" sz="1800" dirty="0"/>
              <a:t>Computer engineers play a critical role in the development of detergents made with protease enzymes. Essentially, the proteases used in detergents are engineered for better stability in heat, pH and surfactants. Computer engineers develop the software tools that model protein structure predictions and enzyme-substrate interactions, all of which is an integral part of the process of the formulation of detergents. The tools need efficient algorithms and coding which are provided by computer engineers. Hence, in this manner computer engineers help in the process of manufacture of detergents.</a:t>
            </a:r>
          </a:p>
        </p:txBody>
      </p:sp>
      <p:sp>
        <p:nvSpPr>
          <p:cNvPr id="35" name="Slide Number Placeholder 34">
            <a:extLst>
              <a:ext uri="{FF2B5EF4-FFF2-40B4-BE49-F238E27FC236}">
                <a16:creationId xmlns:a16="http://schemas.microsoft.com/office/drawing/2014/main" id="{0F55E708-7875-4990-FD35-BDC52AF979A7}"/>
              </a:ext>
            </a:extLst>
          </p:cNvPr>
          <p:cNvSpPr>
            <a:spLocks noGrp="1"/>
          </p:cNvSpPr>
          <p:nvPr>
            <p:ph type="sldNum" sz="quarter" idx="4"/>
          </p:nvPr>
        </p:nvSpPr>
        <p:spPr/>
        <p:txBody>
          <a:bodyPr/>
          <a:lstStyle/>
          <a:p>
            <a:fld id="{294A09A9-5501-47C1-A89A-A340965A2BE2}" type="slidenum">
              <a:rPr lang="en-IN" noProof="0" smtClean="0"/>
              <a:pPr/>
              <a:t>10</a:t>
            </a:fld>
            <a:endParaRPr lang="en-IN" noProof="0" dirty="0"/>
          </a:p>
        </p:txBody>
      </p:sp>
    </p:spTree>
    <p:extLst>
      <p:ext uri="{BB962C8B-B14F-4D97-AF65-F5344CB8AC3E}">
        <p14:creationId xmlns:p14="http://schemas.microsoft.com/office/powerpoint/2010/main" val="2458413640"/>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33B8185-0211-7705-77F2-A2218C13E287}"/>
            </a:ext>
          </a:extLst>
        </p:cNvPr>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A8CE0531-6423-6618-6A96-29C518CFE635}"/>
              </a:ext>
            </a:extLst>
          </p:cNvPr>
          <p:cNvSpPr>
            <a:spLocks noGrp="1"/>
          </p:cNvSpPr>
          <p:nvPr>
            <p:ph type="sldNum" sz="quarter" idx="4"/>
          </p:nvPr>
        </p:nvSpPr>
        <p:spPr/>
        <p:txBody>
          <a:bodyPr/>
          <a:lstStyle/>
          <a:p>
            <a:fld id="{294A09A9-5501-47C1-A89A-A340965A2BE2}" type="slidenum">
              <a:rPr lang="en-IN" noProof="0" smtClean="0"/>
              <a:pPr/>
              <a:t>11</a:t>
            </a:fld>
            <a:endParaRPr lang="en-IN" noProof="0" dirty="0"/>
          </a:p>
        </p:txBody>
      </p:sp>
      <p:sp>
        <p:nvSpPr>
          <p:cNvPr id="5" name="Content Placeholder 4">
            <a:extLst>
              <a:ext uri="{FF2B5EF4-FFF2-40B4-BE49-F238E27FC236}">
                <a16:creationId xmlns:a16="http://schemas.microsoft.com/office/drawing/2014/main" id="{2D4400AA-CF0C-652A-76FA-7A161BBF1917}"/>
              </a:ext>
            </a:extLst>
          </p:cNvPr>
          <p:cNvSpPr>
            <a:spLocks noGrp="1"/>
          </p:cNvSpPr>
          <p:nvPr>
            <p:ph sz="quarter" idx="11"/>
          </p:nvPr>
        </p:nvSpPr>
        <p:spPr>
          <a:xfrm>
            <a:off x="585135" y="507143"/>
            <a:ext cx="3581751" cy="847096"/>
          </a:xfrm>
        </p:spPr>
        <p:txBody>
          <a:bodyPr>
            <a:normAutofit lnSpcReduction="10000"/>
          </a:bodyPr>
          <a:lstStyle/>
          <a:p>
            <a:pPr marL="0" indent="0">
              <a:buNone/>
            </a:pPr>
            <a:r>
              <a:rPr lang="en-IN" sz="3700" dirty="0">
                <a:solidFill>
                  <a:schemeClr val="accent2">
                    <a:lumMod val="50000"/>
                  </a:schemeClr>
                </a:solidFill>
                <a:latin typeface="+mj-lt"/>
              </a:rPr>
              <a:t>References</a:t>
            </a:r>
          </a:p>
        </p:txBody>
      </p:sp>
      <p:sp>
        <p:nvSpPr>
          <p:cNvPr id="2" name="TextBox 1">
            <a:extLst>
              <a:ext uri="{FF2B5EF4-FFF2-40B4-BE49-F238E27FC236}">
                <a16:creationId xmlns:a16="http://schemas.microsoft.com/office/drawing/2014/main" id="{2EE809C4-5AF0-43DB-567A-EF9325B0EBCB}"/>
              </a:ext>
            </a:extLst>
          </p:cNvPr>
          <p:cNvSpPr txBox="1"/>
          <p:nvPr/>
        </p:nvSpPr>
        <p:spPr>
          <a:xfrm>
            <a:off x="585135" y="1796620"/>
            <a:ext cx="11021730" cy="2031325"/>
          </a:xfrm>
          <a:prstGeom prst="rect">
            <a:avLst/>
          </a:prstGeom>
          <a:noFill/>
        </p:spPr>
        <p:txBody>
          <a:bodyPr wrap="square" rtlCol="0">
            <a:spAutoFit/>
          </a:bodyPr>
          <a:lstStyle/>
          <a:p>
            <a:pPr marL="342900" indent="-342900">
              <a:buFont typeface="+mj-lt"/>
              <a:buAutoNum type="arabicPeriod"/>
            </a:pPr>
            <a:r>
              <a:rPr lang="en-US" dirty="0">
                <a:hlinkClick r:id="rId2"/>
              </a:rPr>
              <a:t>5+ Hundred Protease Enzyme Structure Royalty-Free Images, Stock Photos &amp; Pictures | Shutterstock</a:t>
            </a:r>
            <a:endParaRPr lang="en-US" dirty="0"/>
          </a:p>
          <a:p>
            <a:pPr marL="342900" indent="-342900">
              <a:buFont typeface="+mj-lt"/>
              <a:buAutoNum type="arabicPeriod"/>
            </a:pPr>
            <a:r>
              <a:rPr lang="en-IN" dirty="0">
                <a:hlinkClick r:id="rId3"/>
              </a:rPr>
              <a:t>Endopeptidases Proteases Enzymes in Proteins</a:t>
            </a:r>
            <a:endParaRPr lang="en-IN" dirty="0"/>
          </a:p>
          <a:p>
            <a:pPr marL="342900" indent="-342900">
              <a:buFont typeface="+mj-lt"/>
              <a:buAutoNum type="arabicPeriod"/>
            </a:pPr>
            <a:r>
              <a:rPr lang="en-US" dirty="0">
                <a:hlinkClick r:id="rId4"/>
              </a:rPr>
              <a:t>https://micro-scientific.com/media/catalog/product/cache/7334c43de45d02dba8238855f70ce207/e/b/ebl1hc.png</a:t>
            </a:r>
            <a:endParaRPr lang="en-US" dirty="0"/>
          </a:p>
          <a:p>
            <a:pPr marL="342900" indent="-342900">
              <a:buFont typeface="+mj-lt"/>
              <a:buAutoNum type="arabicPeriod"/>
            </a:pPr>
            <a:r>
              <a:rPr lang="en-IN" dirty="0">
                <a:hlinkClick r:id="rId5"/>
              </a:rPr>
              <a:t>Protease Laundry Detergent Enzyme - BBT-CHINA</a:t>
            </a:r>
            <a:endParaRPr lang="en-IN" dirty="0"/>
          </a:p>
        </p:txBody>
      </p:sp>
      <p:sp>
        <p:nvSpPr>
          <p:cNvPr id="3" name="TextBox 2">
            <a:extLst>
              <a:ext uri="{FF2B5EF4-FFF2-40B4-BE49-F238E27FC236}">
                <a16:creationId xmlns:a16="http://schemas.microsoft.com/office/drawing/2014/main" id="{EA57FD1D-95D5-7FC3-C047-154123082E58}"/>
              </a:ext>
            </a:extLst>
          </p:cNvPr>
          <p:cNvSpPr txBox="1"/>
          <p:nvPr/>
        </p:nvSpPr>
        <p:spPr>
          <a:xfrm>
            <a:off x="585135" y="1396510"/>
            <a:ext cx="3472405" cy="400110"/>
          </a:xfrm>
          <a:prstGeom prst="rect">
            <a:avLst/>
          </a:prstGeom>
          <a:noFill/>
        </p:spPr>
        <p:txBody>
          <a:bodyPr wrap="square" rtlCol="0">
            <a:spAutoFit/>
          </a:bodyPr>
          <a:lstStyle/>
          <a:p>
            <a:r>
              <a:rPr lang="en-IN" sz="2000" dirty="0">
                <a:solidFill>
                  <a:schemeClr val="accent2">
                    <a:lumMod val="50000"/>
                  </a:schemeClr>
                </a:solidFill>
                <a:latin typeface="+mj-lt"/>
              </a:rPr>
              <a:t>Pictures:</a:t>
            </a:r>
          </a:p>
        </p:txBody>
      </p:sp>
      <p:sp>
        <p:nvSpPr>
          <p:cNvPr id="4" name="TextBox 3">
            <a:extLst>
              <a:ext uri="{FF2B5EF4-FFF2-40B4-BE49-F238E27FC236}">
                <a16:creationId xmlns:a16="http://schemas.microsoft.com/office/drawing/2014/main" id="{B6C8EF93-EDD4-B50C-487C-41A33C4B9C46}"/>
              </a:ext>
            </a:extLst>
          </p:cNvPr>
          <p:cNvSpPr txBox="1"/>
          <p:nvPr/>
        </p:nvSpPr>
        <p:spPr>
          <a:xfrm>
            <a:off x="585135" y="4104944"/>
            <a:ext cx="11021730" cy="2246769"/>
          </a:xfrm>
          <a:prstGeom prst="rect">
            <a:avLst/>
          </a:prstGeom>
          <a:noFill/>
        </p:spPr>
        <p:txBody>
          <a:bodyPr wrap="square" rtlCol="0">
            <a:spAutoFit/>
          </a:bodyPr>
          <a:lstStyle/>
          <a:p>
            <a:r>
              <a:rPr lang="en-IN" sz="2000" dirty="0">
                <a:solidFill>
                  <a:schemeClr val="accent2">
                    <a:lumMod val="50000"/>
                  </a:schemeClr>
                </a:solidFill>
                <a:latin typeface="+mj-lt"/>
              </a:rPr>
              <a:t>Content:</a:t>
            </a:r>
          </a:p>
          <a:p>
            <a:pPr marL="457200" indent="-457200">
              <a:buFont typeface="+mj-lt"/>
              <a:buAutoNum type="arabicPeriod"/>
            </a:pPr>
            <a:r>
              <a:rPr lang="en-US" sz="2000" dirty="0">
                <a:hlinkClick r:id="rId6"/>
              </a:rPr>
              <a:t>Purification and characterization of detergent-compatible protease from Aspergillus </a:t>
            </a:r>
            <a:r>
              <a:rPr lang="en-US" sz="2000" dirty="0" err="1">
                <a:hlinkClick r:id="rId6"/>
              </a:rPr>
              <a:t>terreus</a:t>
            </a:r>
            <a:r>
              <a:rPr lang="en-US" sz="2000" dirty="0">
                <a:hlinkClick r:id="rId6"/>
              </a:rPr>
              <a:t> gr – PubMed</a:t>
            </a:r>
            <a:endParaRPr lang="en-IN" sz="2000" dirty="0"/>
          </a:p>
          <a:p>
            <a:pPr marL="342900" indent="-342900">
              <a:buFont typeface="+mj-lt"/>
              <a:buAutoNum type="arabicPeriod"/>
            </a:pPr>
            <a:r>
              <a:rPr lang="en-US" sz="2000" dirty="0">
                <a:hlinkClick r:id="rId7"/>
              </a:rPr>
              <a:t>Powder Detergent: Ingredients &amp; Manufacturing Process Explained</a:t>
            </a:r>
            <a:endParaRPr lang="en-US" sz="2000" dirty="0"/>
          </a:p>
          <a:p>
            <a:pPr marL="342900" indent="-342900">
              <a:buFont typeface="+mj-lt"/>
              <a:buAutoNum type="arabicPeriod"/>
            </a:pPr>
            <a:r>
              <a:rPr lang="en-IN" sz="2000" dirty="0">
                <a:hlinkClick r:id="rId8"/>
              </a:rPr>
              <a:t>Protease - Wikipedia</a:t>
            </a:r>
            <a:endParaRPr lang="en-IN" sz="2000" dirty="0"/>
          </a:p>
          <a:p>
            <a:endParaRPr lang="en-US" sz="2000" dirty="0"/>
          </a:p>
          <a:p>
            <a:pPr marL="457200" indent="-457200">
              <a:buFont typeface="+mj-lt"/>
              <a:buAutoNum type="arabicPeriod"/>
            </a:pPr>
            <a:endParaRPr lang="en-IN" sz="2000" dirty="0">
              <a:solidFill>
                <a:schemeClr val="accent2">
                  <a:lumMod val="50000"/>
                </a:schemeClr>
              </a:solidFill>
              <a:latin typeface="+mj-lt"/>
            </a:endParaRPr>
          </a:p>
        </p:txBody>
      </p:sp>
    </p:spTree>
    <p:extLst>
      <p:ext uri="{BB962C8B-B14F-4D97-AF65-F5344CB8AC3E}">
        <p14:creationId xmlns:p14="http://schemas.microsoft.com/office/powerpoint/2010/main" val="364426093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2DBE5-4F88-AC83-C90A-340C41BC7D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F2D86B-DE04-B53F-35EE-B45100A87469}"/>
              </a:ext>
            </a:extLst>
          </p:cNvPr>
          <p:cNvSpPr>
            <a:spLocks noGrp="1"/>
          </p:cNvSpPr>
          <p:nvPr>
            <p:ph type="title"/>
          </p:nvPr>
        </p:nvSpPr>
        <p:spPr>
          <a:xfrm>
            <a:off x="4500238" y="2773680"/>
            <a:ext cx="3191523" cy="655320"/>
          </a:xfrm>
        </p:spPr>
        <p:txBody>
          <a:bodyPr>
            <a:normAutofit fontScale="90000"/>
          </a:bodyPr>
          <a:lstStyle/>
          <a:p>
            <a:r>
              <a:rPr lang="en-IO" noProof="0" dirty="0"/>
              <a:t>Thank You!</a:t>
            </a:r>
            <a:endParaRPr lang="en-IN" noProof="0" dirty="0"/>
          </a:p>
        </p:txBody>
      </p:sp>
    </p:spTree>
    <p:extLst>
      <p:ext uri="{BB962C8B-B14F-4D97-AF65-F5344CB8AC3E}">
        <p14:creationId xmlns:p14="http://schemas.microsoft.com/office/powerpoint/2010/main" val="88642031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Minimalist Presentation">
      <a:dk1>
        <a:sysClr val="windowText" lastClr="000000"/>
      </a:dk1>
      <a:lt1>
        <a:sysClr val="window" lastClr="FFFFFF"/>
      </a:lt1>
      <a:dk2>
        <a:srgbClr val="ABABAB"/>
      </a:dk2>
      <a:lt2>
        <a:srgbClr val="F2F1EE"/>
      </a:lt2>
      <a:accent1>
        <a:srgbClr val="D8D2CD"/>
      </a:accent1>
      <a:accent2>
        <a:srgbClr val="C0C9C2"/>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Biome Light"/>
        <a:ea typeface=""/>
        <a:cs typeface=""/>
      </a:majorFont>
      <a:minorFont>
        <a:latin typeface="Biom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color presentation_Win32_LW_v2.potx" id="{B7F4C684-7BE5-4BD8-BEBE-7F207A45F474}" vid="{9091DE1E-F617-4C59-950B-F96736B889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976319-4513-485C-AD3A-E56C39927A3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3A10211-FBDE-44DA-8AD6-29E596B2975F}">
  <ds:schemaRefs>
    <ds:schemaRef ds:uri="http://schemas.microsoft.com/sharepoint/v3/contenttype/forms"/>
  </ds:schemaRefs>
</ds:datastoreItem>
</file>

<file path=customXml/itemProps3.xml><?xml version="1.0" encoding="utf-8"?>
<ds:datastoreItem xmlns:ds="http://schemas.openxmlformats.org/officeDocument/2006/customXml" ds:itemID="{6A1B7BBB-8F46-4BA8-85EC-2ECC1D2E32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Minimalist color presentation</Template>
  <TotalTime>290</TotalTime>
  <Words>912</Words>
  <Application>Microsoft Office PowerPoint</Application>
  <PresentationFormat>Widescreen</PresentationFormat>
  <Paragraphs>79</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Biome Light</vt:lpstr>
      <vt:lpstr>Calibri</vt:lpstr>
      <vt:lpstr>Office Theme</vt:lpstr>
      <vt:lpstr>Enzymatic Processes in Industries and its Applications</vt:lpstr>
      <vt:lpstr>Index</vt:lpstr>
      <vt:lpstr>Introduction</vt:lpstr>
      <vt:lpstr>Role of the enzyme</vt:lpstr>
      <vt:lpstr>Process</vt:lpstr>
      <vt:lpstr>PowerPoint Presentation</vt:lpstr>
      <vt:lpstr>PowerPoint Presentation</vt:lpstr>
      <vt:lpstr>Industrial Product: Detergent</vt:lpstr>
      <vt:lpstr>Industrial Applications</vt:lpstr>
      <vt:lpstr>How do engineers help in the process?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Brijesh Singh</dc:creator>
  <cp:lastModifiedBy>Brijesh Singh</cp:lastModifiedBy>
  <cp:revision>7</cp:revision>
  <dcterms:created xsi:type="dcterms:W3CDTF">2025-09-13T12:47:48Z</dcterms:created>
  <dcterms:modified xsi:type="dcterms:W3CDTF">2025-11-29T05:26:37Z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