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8" r:id="rId6"/>
    <p:sldId id="259" r:id="rId7"/>
    <p:sldId id="261"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9E0371-EA7E-4F57-883B-E61628E17016}" v="11" dt="2025-09-14T17:28:41.1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manna, Surendra" userId="4f9b043d-7934-41d9-a3d9-fc8d9161e92b" providerId="ADAL" clId="{DE989199-2DC2-4EAB-BFDC-F053E4C0CA07}"/>
    <pc:docChg chg="undo custSel addSld modSld">
      <pc:chgData name="Somanna, Surendra" userId="4f9b043d-7934-41d9-a3d9-fc8d9161e92b" providerId="ADAL" clId="{DE989199-2DC2-4EAB-BFDC-F053E4C0CA07}" dt="2025-09-14T17:29:49.031" v="428" actId="1076"/>
      <pc:docMkLst>
        <pc:docMk/>
      </pc:docMkLst>
      <pc:sldChg chg="addSp delSp modSp mod">
        <pc:chgData name="Somanna, Surendra" userId="4f9b043d-7934-41d9-a3d9-fc8d9161e92b" providerId="ADAL" clId="{DE989199-2DC2-4EAB-BFDC-F053E4C0CA07}" dt="2025-09-14T15:42:22.452" v="18" actId="14100"/>
        <pc:sldMkLst>
          <pc:docMk/>
          <pc:sldMk cId="3791744905" sldId="257"/>
        </pc:sldMkLst>
        <pc:spChg chg="mod">
          <ac:chgData name="Somanna, Surendra" userId="4f9b043d-7934-41d9-a3d9-fc8d9161e92b" providerId="ADAL" clId="{DE989199-2DC2-4EAB-BFDC-F053E4C0CA07}" dt="2025-09-14T15:42:22.452" v="18" actId="14100"/>
          <ac:spMkLst>
            <pc:docMk/>
            <pc:sldMk cId="3791744905" sldId="257"/>
            <ac:spMk id="3" creationId="{00000000-0000-0000-0000-000000000000}"/>
          </ac:spMkLst>
        </pc:spChg>
        <pc:spChg chg="del">
          <ac:chgData name="Somanna, Surendra" userId="4f9b043d-7934-41d9-a3d9-fc8d9161e92b" providerId="ADAL" clId="{DE989199-2DC2-4EAB-BFDC-F053E4C0CA07}" dt="2025-09-14T14:16:04.284" v="0" actId="26606"/>
          <ac:spMkLst>
            <pc:docMk/>
            <pc:sldMk cId="3791744905" sldId="257"/>
            <ac:spMk id="28" creationId="{E92FEB64-6EEA-4759-B4A4-BD2C1E660BA8}"/>
          </ac:spMkLst>
        </pc:spChg>
        <pc:spChg chg="del">
          <ac:chgData name="Somanna, Surendra" userId="4f9b043d-7934-41d9-a3d9-fc8d9161e92b" providerId="ADAL" clId="{DE989199-2DC2-4EAB-BFDC-F053E4C0CA07}" dt="2025-09-14T14:16:04.284" v="0" actId="26606"/>
          <ac:spMkLst>
            <pc:docMk/>
            <pc:sldMk cId="3791744905" sldId="257"/>
            <ac:spMk id="30" creationId="{B10BB131-AC8E-4A8E-A5D1-36260F720C3B}"/>
          </ac:spMkLst>
        </pc:spChg>
        <pc:spChg chg="del">
          <ac:chgData name="Somanna, Surendra" userId="4f9b043d-7934-41d9-a3d9-fc8d9161e92b" providerId="ADAL" clId="{DE989199-2DC2-4EAB-BFDC-F053E4C0CA07}" dt="2025-09-14T14:16:04.284" v="0" actId="26606"/>
          <ac:spMkLst>
            <pc:docMk/>
            <pc:sldMk cId="3791744905" sldId="257"/>
            <ac:spMk id="32" creationId="{14847E93-7DC1-4D4B-8829-B19AA7137C50}"/>
          </ac:spMkLst>
        </pc:spChg>
        <pc:spChg chg="del">
          <ac:chgData name="Somanna, Surendra" userId="4f9b043d-7934-41d9-a3d9-fc8d9161e92b" providerId="ADAL" clId="{DE989199-2DC2-4EAB-BFDC-F053E4C0CA07}" dt="2025-09-14T14:16:04.284" v="0" actId="26606"/>
          <ac:spMkLst>
            <pc:docMk/>
            <pc:sldMk cId="3791744905" sldId="257"/>
            <ac:spMk id="34" creationId="{5566D6E1-03A1-4D73-A4E0-35D74D568A04}"/>
          </ac:spMkLst>
        </pc:spChg>
        <pc:spChg chg="del">
          <ac:chgData name="Somanna, Surendra" userId="4f9b043d-7934-41d9-a3d9-fc8d9161e92b" providerId="ADAL" clId="{DE989199-2DC2-4EAB-BFDC-F053E4C0CA07}" dt="2025-09-14T14:16:04.284" v="0" actId="26606"/>
          <ac:spMkLst>
            <pc:docMk/>
            <pc:sldMk cId="3791744905" sldId="257"/>
            <ac:spMk id="38" creationId="{7B786209-1B0B-4CA9-9BDD-F7327066A84D}"/>
          </ac:spMkLst>
        </pc:spChg>
        <pc:spChg chg="del">
          <ac:chgData name="Somanna, Surendra" userId="4f9b043d-7934-41d9-a3d9-fc8d9161e92b" providerId="ADAL" clId="{DE989199-2DC2-4EAB-BFDC-F053E4C0CA07}" dt="2025-09-14T14:16:04.284" v="0" actId="26606"/>
          <ac:spMkLst>
            <pc:docMk/>
            <pc:sldMk cId="3791744905" sldId="257"/>
            <ac:spMk id="40" creationId="{2D2964BB-484D-45AE-AD66-D407D0629652}"/>
          </ac:spMkLst>
        </pc:spChg>
        <pc:spChg chg="del">
          <ac:chgData name="Somanna, Surendra" userId="4f9b043d-7934-41d9-a3d9-fc8d9161e92b" providerId="ADAL" clId="{DE989199-2DC2-4EAB-BFDC-F053E4C0CA07}" dt="2025-09-14T14:16:04.284" v="0" actId="26606"/>
          <ac:spMkLst>
            <pc:docMk/>
            <pc:sldMk cId="3791744905" sldId="257"/>
            <ac:spMk id="42" creationId="{6691AC69-A76E-4DAB-B565-468B6B87ACF3}"/>
          </ac:spMkLst>
        </pc:spChg>
        <pc:spChg chg="add">
          <ac:chgData name="Somanna, Surendra" userId="4f9b043d-7934-41d9-a3d9-fc8d9161e92b" providerId="ADAL" clId="{DE989199-2DC2-4EAB-BFDC-F053E4C0CA07}" dt="2025-09-14T14:16:04.284" v="0" actId="26606"/>
          <ac:spMkLst>
            <pc:docMk/>
            <pc:sldMk cId="3791744905" sldId="257"/>
            <ac:spMk id="48" creationId="{C0763A76-9F1C-4FC5-82B7-DD475DA461B2}"/>
          </ac:spMkLst>
        </pc:spChg>
        <pc:spChg chg="add">
          <ac:chgData name="Somanna, Surendra" userId="4f9b043d-7934-41d9-a3d9-fc8d9161e92b" providerId="ADAL" clId="{DE989199-2DC2-4EAB-BFDC-F053E4C0CA07}" dt="2025-09-14T14:16:04.284" v="0" actId="26606"/>
          <ac:spMkLst>
            <pc:docMk/>
            <pc:sldMk cId="3791744905" sldId="257"/>
            <ac:spMk id="50" creationId="{E81BF4F6-F2CF-4984-9D14-D6966D92F99F}"/>
          </ac:spMkLst>
        </pc:spChg>
      </pc:sldChg>
      <pc:sldChg chg="modSp mod">
        <pc:chgData name="Somanna, Surendra" userId="4f9b043d-7934-41d9-a3d9-fc8d9161e92b" providerId="ADAL" clId="{DE989199-2DC2-4EAB-BFDC-F053E4C0CA07}" dt="2025-09-14T17:29:49.031" v="428" actId="1076"/>
        <pc:sldMkLst>
          <pc:docMk/>
          <pc:sldMk cId="1680608909" sldId="258"/>
        </pc:sldMkLst>
        <pc:spChg chg="mod">
          <ac:chgData name="Somanna, Surendra" userId="4f9b043d-7934-41d9-a3d9-fc8d9161e92b" providerId="ADAL" clId="{DE989199-2DC2-4EAB-BFDC-F053E4C0CA07}" dt="2025-09-14T17:29:27.836" v="427" actId="14100"/>
          <ac:spMkLst>
            <pc:docMk/>
            <pc:sldMk cId="1680608909" sldId="258"/>
            <ac:spMk id="3" creationId="{E03608C7-22D8-C95D-74F3-E5D606AADD4C}"/>
          </ac:spMkLst>
        </pc:spChg>
        <pc:picChg chg="mod">
          <ac:chgData name="Somanna, Surendra" userId="4f9b043d-7934-41d9-a3d9-fc8d9161e92b" providerId="ADAL" clId="{DE989199-2DC2-4EAB-BFDC-F053E4C0CA07}" dt="2025-09-14T17:29:49.031" v="428" actId="1076"/>
          <ac:picMkLst>
            <pc:docMk/>
            <pc:sldMk cId="1680608909" sldId="258"/>
            <ac:picMk id="4" creationId="{4DE55BCC-8F85-A42D-FF4A-66499F94C06A}"/>
          </ac:picMkLst>
        </pc:picChg>
      </pc:sldChg>
      <pc:sldChg chg="modSp mod">
        <pc:chgData name="Somanna, Surendra" userId="4f9b043d-7934-41d9-a3d9-fc8d9161e92b" providerId="ADAL" clId="{DE989199-2DC2-4EAB-BFDC-F053E4C0CA07}" dt="2025-09-14T17:22:00.204" v="71"/>
        <pc:sldMkLst>
          <pc:docMk/>
          <pc:sldMk cId="1118280613" sldId="259"/>
        </pc:sldMkLst>
        <pc:spChg chg="mod">
          <ac:chgData name="Somanna, Surendra" userId="4f9b043d-7934-41d9-a3d9-fc8d9161e92b" providerId="ADAL" clId="{DE989199-2DC2-4EAB-BFDC-F053E4C0CA07}" dt="2025-09-14T17:22:00.204" v="71"/>
          <ac:spMkLst>
            <pc:docMk/>
            <pc:sldMk cId="1118280613" sldId="259"/>
            <ac:spMk id="3" creationId="{8B6A8598-16AF-BDAE-C5F8-7F1B9DD06869}"/>
          </ac:spMkLst>
        </pc:spChg>
      </pc:sldChg>
      <pc:sldChg chg="modSp mod">
        <pc:chgData name="Somanna, Surendra" userId="4f9b043d-7934-41d9-a3d9-fc8d9161e92b" providerId="ADAL" clId="{DE989199-2DC2-4EAB-BFDC-F053E4C0CA07}" dt="2025-09-14T17:29:08.122" v="422" actId="14100"/>
        <pc:sldMkLst>
          <pc:docMk/>
          <pc:sldMk cId="1179950379" sldId="260"/>
        </pc:sldMkLst>
        <pc:spChg chg="mod">
          <ac:chgData name="Somanna, Surendra" userId="4f9b043d-7934-41d9-a3d9-fc8d9161e92b" providerId="ADAL" clId="{DE989199-2DC2-4EAB-BFDC-F053E4C0CA07}" dt="2025-09-14T17:29:08.122" v="422" actId="14100"/>
          <ac:spMkLst>
            <pc:docMk/>
            <pc:sldMk cId="1179950379" sldId="260"/>
            <ac:spMk id="3" creationId="{27B9FE48-EEE4-B580-E1F7-83EFFF8CA4A9}"/>
          </ac:spMkLst>
        </pc:spChg>
      </pc:sldChg>
      <pc:sldChg chg="addSp delSp modSp new mod setBg">
        <pc:chgData name="Somanna, Surendra" userId="4f9b043d-7934-41d9-a3d9-fc8d9161e92b" providerId="ADAL" clId="{DE989199-2DC2-4EAB-BFDC-F053E4C0CA07}" dt="2025-09-14T17:27:10.032" v="397"/>
        <pc:sldMkLst>
          <pc:docMk/>
          <pc:sldMk cId="791972994" sldId="261"/>
        </pc:sldMkLst>
        <pc:spChg chg="mod">
          <ac:chgData name="Somanna, Surendra" userId="4f9b043d-7934-41d9-a3d9-fc8d9161e92b" providerId="ADAL" clId="{DE989199-2DC2-4EAB-BFDC-F053E4C0CA07}" dt="2025-09-14T17:22:54.066" v="97" actId="26606"/>
          <ac:spMkLst>
            <pc:docMk/>
            <pc:sldMk cId="791972994" sldId="261"/>
            <ac:spMk id="2" creationId="{50FCEB26-0EC2-3F93-7824-DB3CB00FD6CF}"/>
          </ac:spMkLst>
        </pc:spChg>
        <pc:spChg chg="mod">
          <ac:chgData name="Somanna, Surendra" userId="4f9b043d-7934-41d9-a3d9-fc8d9161e92b" providerId="ADAL" clId="{DE989199-2DC2-4EAB-BFDC-F053E4C0CA07}" dt="2025-09-14T17:27:10.032" v="397"/>
          <ac:spMkLst>
            <pc:docMk/>
            <pc:sldMk cId="791972994" sldId="261"/>
            <ac:spMk id="3" creationId="{45364A04-570E-8188-DFC2-341562635BCD}"/>
          </ac:spMkLst>
        </pc:spChg>
        <pc:spChg chg="add del">
          <ac:chgData name="Somanna, Surendra" userId="4f9b043d-7934-41d9-a3d9-fc8d9161e92b" providerId="ADAL" clId="{DE989199-2DC2-4EAB-BFDC-F053E4C0CA07}" dt="2025-09-14T17:22:54.050" v="96" actId="26606"/>
          <ac:spMkLst>
            <pc:docMk/>
            <pc:sldMk cId="791972994" sldId="261"/>
            <ac:spMk id="8" creationId="{907EF6B7-1338-4443-8C46-6A318D952DFD}"/>
          </ac:spMkLst>
        </pc:spChg>
        <pc:spChg chg="add del">
          <ac:chgData name="Somanna, Surendra" userId="4f9b043d-7934-41d9-a3d9-fc8d9161e92b" providerId="ADAL" clId="{DE989199-2DC2-4EAB-BFDC-F053E4C0CA07}" dt="2025-09-14T17:22:54.050" v="96" actId="26606"/>
          <ac:spMkLst>
            <pc:docMk/>
            <pc:sldMk cId="791972994" sldId="261"/>
            <ac:spMk id="10" creationId="{DAAE4CDD-124C-4DCF-9584-B6033B545DD5}"/>
          </ac:spMkLst>
        </pc:spChg>
        <pc:spChg chg="add del">
          <ac:chgData name="Somanna, Surendra" userId="4f9b043d-7934-41d9-a3d9-fc8d9161e92b" providerId="ADAL" clId="{DE989199-2DC2-4EAB-BFDC-F053E4C0CA07}" dt="2025-09-14T17:22:54.050" v="96" actId="26606"/>
          <ac:spMkLst>
            <pc:docMk/>
            <pc:sldMk cId="791972994" sldId="261"/>
            <ac:spMk id="12" creationId="{081E4A58-353D-44AE-B2FC-2A74E2E400F7}"/>
          </ac:spMkLst>
        </pc:spChg>
        <pc:spChg chg="add">
          <ac:chgData name="Somanna, Surendra" userId="4f9b043d-7934-41d9-a3d9-fc8d9161e92b" providerId="ADAL" clId="{DE989199-2DC2-4EAB-BFDC-F053E4C0CA07}" dt="2025-09-14T17:22:54.066" v="97" actId="26606"/>
          <ac:spMkLst>
            <pc:docMk/>
            <pc:sldMk cId="791972994" sldId="261"/>
            <ac:spMk id="14" creationId="{FA23A907-97FB-4A8F-880A-DD77401C4296}"/>
          </ac:spMkLst>
        </pc:spChg>
        <pc:spChg chg="add">
          <ac:chgData name="Somanna, Surendra" userId="4f9b043d-7934-41d9-a3d9-fc8d9161e92b" providerId="ADAL" clId="{DE989199-2DC2-4EAB-BFDC-F053E4C0CA07}" dt="2025-09-14T17:22:54.066" v="97" actId="26606"/>
          <ac:spMkLst>
            <pc:docMk/>
            <pc:sldMk cId="791972994" sldId="261"/>
            <ac:spMk id="15" creationId="{C2554CA6-288E-4202-BC52-2E5A8F0C0AED}"/>
          </ac:spMkLst>
        </pc:spChg>
        <pc:spChg chg="add">
          <ac:chgData name="Somanna, Surendra" userId="4f9b043d-7934-41d9-a3d9-fc8d9161e92b" providerId="ADAL" clId="{DE989199-2DC2-4EAB-BFDC-F053E4C0CA07}" dt="2025-09-14T17:22:54.066" v="97" actId="26606"/>
          <ac:spMkLst>
            <pc:docMk/>
            <pc:sldMk cId="791972994" sldId="261"/>
            <ac:spMk id="16" creationId="{B10BB131-AC8E-4A8E-A5D1-36260F720C3B}"/>
          </ac:spMkLst>
        </pc:spChg>
        <pc:spChg chg="add">
          <ac:chgData name="Somanna, Surendra" userId="4f9b043d-7934-41d9-a3d9-fc8d9161e92b" providerId="ADAL" clId="{DE989199-2DC2-4EAB-BFDC-F053E4C0CA07}" dt="2025-09-14T17:22:54.066" v="97" actId="26606"/>
          <ac:spMkLst>
            <pc:docMk/>
            <pc:sldMk cId="791972994" sldId="261"/>
            <ac:spMk id="17" creationId="{5B7778FC-632E-4DCA-A7CB-0D7731CCF97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666551-80A2-4EAB-B788-2817CC7A08BB}" type="datetimeFigureOut">
              <a:rPr lang="en-US" smtClean="0"/>
              <a:t>14/09/2025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074C2E-E429-4479-A1BC-FF41AAA3589B}" type="slidenum">
              <a:rPr lang="en-US" smtClean="0"/>
              <a:t>‹#›</a:t>
            </a:fld>
            <a:endParaRPr lang="en-US"/>
          </a:p>
        </p:txBody>
      </p:sp>
    </p:spTree>
    <p:extLst>
      <p:ext uri="{BB962C8B-B14F-4D97-AF65-F5344CB8AC3E}">
        <p14:creationId xmlns:p14="http://schemas.microsoft.com/office/powerpoint/2010/main" val="3870365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666551-80A2-4EAB-B788-2817CC7A08BB}" type="datetimeFigureOut">
              <a:rPr lang="en-US" smtClean="0"/>
              <a:t>14/09/2025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074C2E-E429-4479-A1BC-FF41AAA3589B}" type="slidenum">
              <a:rPr lang="en-US" smtClean="0"/>
              <a:t>‹#›</a:t>
            </a:fld>
            <a:endParaRPr lang="en-US"/>
          </a:p>
        </p:txBody>
      </p:sp>
    </p:spTree>
    <p:extLst>
      <p:ext uri="{BB962C8B-B14F-4D97-AF65-F5344CB8AC3E}">
        <p14:creationId xmlns:p14="http://schemas.microsoft.com/office/powerpoint/2010/main" val="251631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666551-80A2-4EAB-B788-2817CC7A08BB}" type="datetimeFigureOut">
              <a:rPr lang="en-US" smtClean="0"/>
              <a:t>14/09/2025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074C2E-E429-4479-A1BC-FF41AAA3589B}" type="slidenum">
              <a:rPr lang="en-US" smtClean="0"/>
              <a:t>‹#›</a:t>
            </a:fld>
            <a:endParaRPr lang="en-US"/>
          </a:p>
        </p:txBody>
      </p:sp>
    </p:spTree>
    <p:extLst>
      <p:ext uri="{BB962C8B-B14F-4D97-AF65-F5344CB8AC3E}">
        <p14:creationId xmlns:p14="http://schemas.microsoft.com/office/powerpoint/2010/main" val="150743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666551-80A2-4EAB-B788-2817CC7A08BB}" type="datetimeFigureOut">
              <a:rPr lang="en-US" smtClean="0"/>
              <a:t>14/09/2025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074C2E-E429-4479-A1BC-FF41AAA3589B}" type="slidenum">
              <a:rPr lang="en-US" smtClean="0"/>
              <a:t>‹#›</a:t>
            </a:fld>
            <a:endParaRPr lang="en-US"/>
          </a:p>
        </p:txBody>
      </p:sp>
    </p:spTree>
    <p:extLst>
      <p:ext uri="{BB962C8B-B14F-4D97-AF65-F5344CB8AC3E}">
        <p14:creationId xmlns:p14="http://schemas.microsoft.com/office/powerpoint/2010/main" val="1670226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666551-80A2-4EAB-B788-2817CC7A08BB}" type="datetimeFigureOut">
              <a:rPr lang="en-US" smtClean="0"/>
              <a:t>14/09/2025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074C2E-E429-4479-A1BC-FF41AAA3589B}" type="slidenum">
              <a:rPr lang="en-US" smtClean="0"/>
              <a:t>‹#›</a:t>
            </a:fld>
            <a:endParaRPr lang="en-US"/>
          </a:p>
        </p:txBody>
      </p:sp>
    </p:spTree>
    <p:extLst>
      <p:ext uri="{BB962C8B-B14F-4D97-AF65-F5344CB8AC3E}">
        <p14:creationId xmlns:p14="http://schemas.microsoft.com/office/powerpoint/2010/main" val="3489974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666551-80A2-4EAB-B788-2817CC7A08BB}" type="datetimeFigureOut">
              <a:rPr lang="en-US" smtClean="0"/>
              <a:t>14/09/2025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074C2E-E429-4479-A1BC-FF41AAA3589B}" type="slidenum">
              <a:rPr lang="en-US" smtClean="0"/>
              <a:t>‹#›</a:t>
            </a:fld>
            <a:endParaRPr lang="en-US"/>
          </a:p>
        </p:txBody>
      </p:sp>
    </p:spTree>
    <p:extLst>
      <p:ext uri="{BB962C8B-B14F-4D97-AF65-F5344CB8AC3E}">
        <p14:creationId xmlns:p14="http://schemas.microsoft.com/office/powerpoint/2010/main" val="997820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666551-80A2-4EAB-B788-2817CC7A08BB}" type="datetimeFigureOut">
              <a:rPr lang="en-US" smtClean="0"/>
              <a:t>14/09/2025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074C2E-E429-4479-A1BC-FF41AAA3589B}" type="slidenum">
              <a:rPr lang="en-US" smtClean="0"/>
              <a:t>‹#›</a:t>
            </a:fld>
            <a:endParaRPr lang="en-US"/>
          </a:p>
        </p:txBody>
      </p:sp>
    </p:spTree>
    <p:extLst>
      <p:ext uri="{BB962C8B-B14F-4D97-AF65-F5344CB8AC3E}">
        <p14:creationId xmlns:p14="http://schemas.microsoft.com/office/powerpoint/2010/main" val="1939768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666551-80A2-4EAB-B788-2817CC7A08BB}" type="datetimeFigureOut">
              <a:rPr lang="en-US" smtClean="0"/>
              <a:t>14/09/2025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074C2E-E429-4479-A1BC-FF41AAA3589B}" type="slidenum">
              <a:rPr lang="en-US" smtClean="0"/>
              <a:t>‹#›</a:t>
            </a:fld>
            <a:endParaRPr lang="en-US"/>
          </a:p>
        </p:txBody>
      </p:sp>
    </p:spTree>
    <p:extLst>
      <p:ext uri="{BB962C8B-B14F-4D97-AF65-F5344CB8AC3E}">
        <p14:creationId xmlns:p14="http://schemas.microsoft.com/office/powerpoint/2010/main" val="1374981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666551-80A2-4EAB-B788-2817CC7A08BB}" type="datetimeFigureOut">
              <a:rPr lang="en-US" smtClean="0"/>
              <a:t>14/09/2025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074C2E-E429-4479-A1BC-FF41AAA3589B}" type="slidenum">
              <a:rPr lang="en-US" smtClean="0"/>
              <a:t>‹#›</a:t>
            </a:fld>
            <a:endParaRPr lang="en-US"/>
          </a:p>
        </p:txBody>
      </p:sp>
    </p:spTree>
    <p:extLst>
      <p:ext uri="{BB962C8B-B14F-4D97-AF65-F5344CB8AC3E}">
        <p14:creationId xmlns:p14="http://schemas.microsoft.com/office/powerpoint/2010/main" val="644523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666551-80A2-4EAB-B788-2817CC7A08BB}" type="datetimeFigureOut">
              <a:rPr lang="en-US" smtClean="0"/>
              <a:t>14/09/2025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074C2E-E429-4479-A1BC-FF41AAA3589B}" type="slidenum">
              <a:rPr lang="en-US" smtClean="0"/>
              <a:t>‹#›</a:t>
            </a:fld>
            <a:endParaRPr lang="en-US"/>
          </a:p>
        </p:txBody>
      </p:sp>
    </p:spTree>
    <p:extLst>
      <p:ext uri="{BB962C8B-B14F-4D97-AF65-F5344CB8AC3E}">
        <p14:creationId xmlns:p14="http://schemas.microsoft.com/office/powerpoint/2010/main" val="352868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666551-80A2-4EAB-B788-2817CC7A08BB}" type="datetimeFigureOut">
              <a:rPr lang="en-US" smtClean="0"/>
              <a:t>14/09/2025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074C2E-E429-4479-A1BC-FF41AAA3589B}" type="slidenum">
              <a:rPr lang="en-US" smtClean="0"/>
              <a:t>‹#›</a:t>
            </a:fld>
            <a:endParaRPr lang="en-US"/>
          </a:p>
        </p:txBody>
      </p:sp>
    </p:spTree>
    <p:extLst>
      <p:ext uri="{BB962C8B-B14F-4D97-AF65-F5344CB8AC3E}">
        <p14:creationId xmlns:p14="http://schemas.microsoft.com/office/powerpoint/2010/main" val="2982994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666551-80A2-4EAB-B788-2817CC7A08BB}" type="datetimeFigureOut">
              <a:rPr lang="en-US" smtClean="0"/>
              <a:t>14/09/2025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074C2E-E429-4479-A1BC-FF41AAA3589B}" type="slidenum">
              <a:rPr lang="en-US" smtClean="0"/>
              <a:t>‹#›</a:t>
            </a:fld>
            <a:endParaRPr lang="en-US"/>
          </a:p>
        </p:txBody>
      </p:sp>
    </p:spTree>
    <p:extLst>
      <p:ext uri="{BB962C8B-B14F-4D97-AF65-F5344CB8AC3E}">
        <p14:creationId xmlns:p14="http://schemas.microsoft.com/office/powerpoint/2010/main" val="2645246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infinitabiotech.com/blog/protease-enzym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50" name="Rectangle 49">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3" y="350196"/>
            <a:ext cx="4646904" cy="1624520"/>
          </a:xfrm>
        </p:spPr>
        <p:txBody>
          <a:bodyPr anchor="ctr">
            <a:normAutofit/>
          </a:bodyPr>
          <a:lstStyle/>
          <a:p>
            <a:r>
              <a:rPr lang="en-US" sz="4000" dirty="0">
                <a:latin typeface="Algerian" panose="04020705040A02060702" pitchFamily="82" charset="0"/>
              </a:rPr>
              <a:t>protease</a:t>
            </a:r>
          </a:p>
        </p:txBody>
      </p:sp>
      <p:sp>
        <p:nvSpPr>
          <p:cNvPr id="3" name="Content Placeholder 2"/>
          <p:cNvSpPr>
            <a:spLocks noGrp="1"/>
          </p:cNvSpPr>
          <p:nvPr>
            <p:ph idx="1"/>
          </p:nvPr>
        </p:nvSpPr>
        <p:spPr>
          <a:xfrm>
            <a:off x="761802" y="2636196"/>
            <a:ext cx="4646905" cy="3491652"/>
          </a:xfrm>
        </p:spPr>
        <p:txBody>
          <a:bodyPr anchor="ctr">
            <a:normAutofit lnSpcReduction="10000"/>
          </a:bodyPr>
          <a:lstStyle/>
          <a:p>
            <a:r>
              <a:rPr lang="en-US" sz="2200" dirty="0">
                <a:latin typeface="Franklin Gothic Book" panose="020B0503020102020204" pitchFamily="34" charset="0"/>
              </a:rPr>
              <a:t>Protease is an enzyme that </a:t>
            </a:r>
            <a:r>
              <a:rPr lang="en-US" sz="2200" b="1" dirty="0">
                <a:latin typeface="Franklin Gothic Book" panose="020B0503020102020204" pitchFamily="34" charset="0"/>
              </a:rPr>
              <a:t>breaks down proteins </a:t>
            </a:r>
            <a:r>
              <a:rPr lang="en-US" sz="2200" dirty="0">
                <a:latin typeface="Franklin Gothic Book" panose="020B0503020102020204" pitchFamily="34" charset="0"/>
              </a:rPr>
              <a:t>into </a:t>
            </a:r>
            <a:r>
              <a:rPr lang="en-US" sz="2200" b="1" dirty="0">
                <a:latin typeface="Franklin Gothic Book" panose="020B0503020102020204" pitchFamily="34" charset="0"/>
              </a:rPr>
              <a:t>smaller peptides </a:t>
            </a:r>
            <a:r>
              <a:rPr lang="en-US" sz="2200" dirty="0">
                <a:latin typeface="Franklin Gothic Book" panose="020B0503020102020204" pitchFamily="34" charset="0"/>
              </a:rPr>
              <a:t>and </a:t>
            </a:r>
            <a:r>
              <a:rPr lang="en-US" sz="2200" b="1" dirty="0">
                <a:latin typeface="Franklin Gothic Book" panose="020B0503020102020204" pitchFamily="34" charset="0"/>
              </a:rPr>
              <a:t>amino acids</a:t>
            </a:r>
            <a:r>
              <a:rPr lang="en-US" sz="2200" dirty="0">
                <a:latin typeface="Franklin Gothic Book" panose="020B0503020102020204" pitchFamily="34" charset="0"/>
              </a:rPr>
              <a:t>.</a:t>
            </a:r>
          </a:p>
          <a:p>
            <a:r>
              <a:rPr lang="en-US" sz="2200" dirty="0">
                <a:latin typeface="Franklin Gothic Book" panose="020B0503020102020204" pitchFamily="34" charset="0"/>
              </a:rPr>
              <a:t>It is widely used in various industries, especially in detergents for its ability to </a:t>
            </a:r>
            <a:r>
              <a:rPr lang="en-US" sz="2200" b="1" dirty="0">
                <a:latin typeface="Franklin Gothic Book" panose="020B0503020102020204" pitchFamily="34" charset="0"/>
              </a:rPr>
              <a:t>digest protein-based stains</a:t>
            </a:r>
            <a:r>
              <a:rPr lang="en-US" sz="2200" dirty="0">
                <a:latin typeface="Franklin Gothic Book" panose="020B0503020102020204" pitchFamily="34" charset="0"/>
              </a:rPr>
              <a:t> like blood, sweat, grass, food, and egg</a:t>
            </a:r>
          </a:p>
          <a:p>
            <a:r>
              <a:rPr lang="en-US" sz="2200" dirty="0"/>
              <a:t>They are usually produced </a:t>
            </a:r>
            <a:r>
              <a:rPr lang="en-US" sz="2200" b="1" dirty="0"/>
              <a:t>industrially</a:t>
            </a:r>
            <a:r>
              <a:rPr lang="en-US" sz="2200" dirty="0"/>
              <a:t> using fermentation from Bacillus subtilis.</a:t>
            </a:r>
          </a:p>
          <a:p>
            <a:endParaRPr lang="en-US" sz="2400" dirty="0"/>
          </a:p>
          <a:p>
            <a:endParaRPr lang="en-US" sz="2400" dirty="0">
              <a:latin typeface="Franklin Gothic Book" panose="020B0503020102020204" pitchFamily="34" charset="0"/>
            </a:endParaRPr>
          </a:p>
        </p:txBody>
      </p:sp>
      <p:pic>
        <p:nvPicPr>
          <p:cNvPr id="44" name="Picture 43" descr="Close up of cells">
            <a:extLst>
              <a:ext uri="{FF2B5EF4-FFF2-40B4-BE49-F238E27FC236}">
                <a16:creationId xmlns:a16="http://schemas.microsoft.com/office/drawing/2014/main" id="{B837077D-30E0-7E8B-2A67-698C0E65C41E}"/>
              </a:ext>
            </a:extLst>
          </p:cNvPr>
          <p:cNvPicPr>
            <a:picLocks noChangeAspect="1"/>
          </p:cNvPicPr>
          <p:nvPr/>
        </p:nvPicPr>
        <p:blipFill>
          <a:blip r:embed="rId2"/>
          <a:srcRect l="26168" r="23776"/>
          <a:stretch>
            <a:fillRect/>
          </a:stretch>
        </p:blipFill>
        <p:spPr>
          <a:xfrm>
            <a:off x="6096000" y="1"/>
            <a:ext cx="6102825" cy="6858000"/>
          </a:xfrm>
          <a:prstGeom prst="rect">
            <a:avLst/>
          </a:prstGeom>
        </p:spPr>
      </p:pic>
    </p:spTree>
    <p:extLst>
      <p:ext uri="{BB962C8B-B14F-4D97-AF65-F5344CB8AC3E}">
        <p14:creationId xmlns:p14="http://schemas.microsoft.com/office/powerpoint/2010/main" val="3791744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DAD2A1-5D77-6908-F17E-FBA18FEC5BDD}"/>
              </a:ext>
            </a:extLst>
          </p:cNvPr>
          <p:cNvSpPr>
            <a:spLocks noGrp="1"/>
          </p:cNvSpPr>
          <p:nvPr>
            <p:ph type="title"/>
          </p:nvPr>
        </p:nvSpPr>
        <p:spPr>
          <a:xfrm>
            <a:off x="640080" y="325369"/>
            <a:ext cx="4368602" cy="1956841"/>
          </a:xfrm>
        </p:spPr>
        <p:txBody>
          <a:bodyPr anchor="b">
            <a:normAutofit/>
          </a:bodyPr>
          <a:lstStyle/>
          <a:p>
            <a:r>
              <a:rPr lang="en-US" sz="4200">
                <a:latin typeface="Algerian" panose="04020705040A02060702" pitchFamily="82" charset="0"/>
              </a:rPr>
              <a:t>ROLE IN DETERGENT INDUSTRY</a:t>
            </a:r>
          </a:p>
        </p:txBody>
      </p:sp>
      <p:sp>
        <p:nvSpPr>
          <p:cNvPr id="1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03608C7-22D8-C95D-74F3-E5D606AADD4C}"/>
              </a:ext>
            </a:extLst>
          </p:cNvPr>
          <p:cNvSpPr>
            <a:spLocks noGrp="1"/>
          </p:cNvSpPr>
          <p:nvPr>
            <p:ph idx="1"/>
          </p:nvPr>
        </p:nvSpPr>
        <p:spPr>
          <a:xfrm>
            <a:off x="640079" y="2805353"/>
            <a:ext cx="7302918" cy="3727278"/>
          </a:xfrm>
        </p:spPr>
        <p:txBody>
          <a:bodyPr>
            <a:normAutofit fontScale="70000" lnSpcReduction="20000"/>
          </a:bodyPr>
          <a:lstStyle/>
          <a:p>
            <a:r>
              <a:rPr lang="en-US" sz="3200" b="1" dirty="0">
                <a:latin typeface="Franklin Gothic Book" panose="020B0503020102020204" pitchFamily="34" charset="0"/>
              </a:rPr>
              <a:t>Proteases are added as active ingredients</a:t>
            </a:r>
            <a:r>
              <a:rPr lang="en-US" sz="3200" dirty="0">
                <a:latin typeface="Franklin Gothic Book" panose="020B0503020102020204" pitchFamily="34" charset="0"/>
              </a:rPr>
              <a:t> to improve stain removal.</a:t>
            </a:r>
          </a:p>
          <a:p>
            <a:pPr marL="0" indent="0">
              <a:buNone/>
            </a:pPr>
            <a:endParaRPr lang="en-US" sz="3200" dirty="0">
              <a:latin typeface="Franklin Gothic Book" panose="020B0503020102020204" pitchFamily="34" charset="0"/>
            </a:endParaRPr>
          </a:p>
          <a:p>
            <a:r>
              <a:rPr lang="en-US" sz="3200" dirty="0">
                <a:latin typeface="Franklin Gothic Book" panose="020B0503020102020204" pitchFamily="34" charset="0"/>
              </a:rPr>
              <a:t>Protease Enzyme in detergent and laundry industry are used for over fifty years to facilitate the discharge of super molecule materials in stains like those of milk and blood. The super molecule dirt coagulates on the material within the absence of proteinases as a results of laundry </a:t>
            </a:r>
            <a:r>
              <a:rPr lang="en-US" sz="3200" dirty="0" err="1">
                <a:latin typeface="Franklin Gothic Book" panose="020B0503020102020204" pitchFamily="34" charset="0"/>
              </a:rPr>
              <a:t>conditions.</a:t>
            </a:r>
            <a:r>
              <a:rPr lang="en-US" sz="3200" b="1" dirty="0" err="1">
                <a:latin typeface="Franklin Gothic Book" panose="020B0503020102020204" pitchFamily="34" charset="0"/>
              </a:rPr>
              <a:t>The</a:t>
            </a:r>
            <a:r>
              <a:rPr lang="en-US" sz="3200" b="1" dirty="0">
                <a:latin typeface="Franklin Gothic Book" panose="020B0503020102020204" pitchFamily="34" charset="0"/>
              </a:rPr>
              <a:t> enzymes take away not solely the plain stains, such as blood, but also other obvious materials including proteins from body secretion and food such as milk, egg, meat and fish</a:t>
            </a:r>
            <a:r>
              <a:rPr lang="en-US" sz="3200" dirty="0">
                <a:latin typeface="Franklin Gothic Book" panose="020B0503020102020204" pitchFamily="34" charset="0"/>
              </a:rPr>
              <a:t>. (</a:t>
            </a:r>
            <a:r>
              <a:rPr lang="en-US" sz="3200" b="1" dirty="0">
                <a:latin typeface="Franklin Gothic Book" panose="020B0503020102020204" pitchFamily="34" charset="0"/>
              </a:rPr>
              <a:t>protein stain</a:t>
            </a:r>
            <a:r>
              <a:rPr lang="en-US" sz="3200" dirty="0">
                <a:latin typeface="Franklin Gothic Book" panose="020B0503020102020204" pitchFamily="34" charset="0"/>
              </a:rPr>
              <a:t>)</a:t>
            </a:r>
          </a:p>
          <a:p>
            <a:endParaRPr lang="en-US" sz="2200" dirty="0">
              <a:latin typeface="Franklin Gothic Book" panose="020B0503020102020204" pitchFamily="34" charset="0"/>
            </a:endParaRPr>
          </a:p>
        </p:txBody>
      </p:sp>
      <p:pic>
        <p:nvPicPr>
          <p:cNvPr id="4" name="Picture 3">
            <a:extLst>
              <a:ext uri="{FF2B5EF4-FFF2-40B4-BE49-F238E27FC236}">
                <a16:creationId xmlns:a16="http://schemas.microsoft.com/office/drawing/2014/main" id="{4DE55BCC-8F85-A42D-FF4A-66499F94C06A}"/>
              </a:ext>
            </a:extLst>
          </p:cNvPr>
          <p:cNvPicPr>
            <a:picLocks noChangeAspect="1"/>
          </p:cNvPicPr>
          <p:nvPr/>
        </p:nvPicPr>
        <p:blipFill>
          <a:blip r:embed="rId2"/>
          <a:srcRect t="302"/>
          <a:stretch>
            <a:fillRect/>
          </a:stretch>
        </p:blipFill>
        <p:spPr>
          <a:xfrm>
            <a:off x="7183320" y="970754"/>
            <a:ext cx="4931391" cy="4916491"/>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680608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667C18-F643-0027-2D4C-778CA43309A9}"/>
              </a:ext>
            </a:extLst>
          </p:cNvPr>
          <p:cNvSpPr>
            <a:spLocks noGrp="1"/>
          </p:cNvSpPr>
          <p:nvPr>
            <p:ph type="title"/>
          </p:nvPr>
        </p:nvSpPr>
        <p:spPr>
          <a:xfrm>
            <a:off x="686834" y="1153572"/>
            <a:ext cx="3200400" cy="4461163"/>
          </a:xfrm>
        </p:spPr>
        <p:txBody>
          <a:bodyPr>
            <a:normAutofit/>
          </a:bodyPr>
          <a:lstStyle/>
          <a:p>
            <a:r>
              <a:rPr lang="en-US">
                <a:solidFill>
                  <a:srgbClr val="FFFFFF"/>
                </a:solidFill>
                <a:latin typeface="Algerian" panose="04020705040A02060702" pitchFamily="82" charset="0"/>
              </a:rPr>
              <a:t>PROCESS CONDITION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B6A8598-16AF-BDAE-C5F8-7F1B9DD06869}"/>
              </a:ext>
            </a:extLst>
          </p:cNvPr>
          <p:cNvSpPr>
            <a:spLocks noGrp="1"/>
          </p:cNvSpPr>
          <p:nvPr>
            <p:ph idx="1"/>
          </p:nvPr>
        </p:nvSpPr>
        <p:spPr>
          <a:xfrm>
            <a:off x="4447308" y="591344"/>
            <a:ext cx="6906491" cy="5585619"/>
          </a:xfrm>
        </p:spPr>
        <p:txBody>
          <a:bodyPr anchor="ctr">
            <a:normAutofit/>
          </a:bodyPr>
          <a:lstStyle/>
          <a:p>
            <a:r>
              <a:rPr lang="en-US" dirty="0">
                <a:latin typeface="Franklin Gothic Book" panose="020B0503020102020204" pitchFamily="34" charset="0"/>
              </a:rPr>
              <a:t>Aeration : Required (aerobic conditions)</a:t>
            </a:r>
          </a:p>
          <a:p>
            <a:r>
              <a:rPr lang="en-US" dirty="0">
                <a:latin typeface="Franklin Gothic Book" panose="020B0503020102020204" pitchFamily="34" charset="0"/>
              </a:rPr>
              <a:t>Temperature: 30°C – 37°C</a:t>
            </a:r>
          </a:p>
          <a:p>
            <a:r>
              <a:rPr lang="en-US" dirty="0">
                <a:latin typeface="Franklin Gothic Book" panose="020B0503020102020204" pitchFamily="34" charset="0"/>
              </a:rPr>
              <a:t>pH: Neutral to slightly alkaline (pH 6.5–8.5)</a:t>
            </a:r>
          </a:p>
          <a:p>
            <a:r>
              <a:rPr lang="en-US" dirty="0"/>
              <a:t>The industry continuously seeks proteases with enhanced stability and novel properties to improve cleaning performance</a:t>
            </a:r>
            <a:endParaRPr lang="en-US" dirty="0">
              <a:latin typeface="Franklin Gothic Book" panose="020B0503020102020204" pitchFamily="34" charset="0"/>
            </a:endParaRPr>
          </a:p>
          <a:p>
            <a:endParaRPr lang="en-US" dirty="0"/>
          </a:p>
        </p:txBody>
      </p:sp>
    </p:spTree>
    <p:extLst>
      <p:ext uri="{BB962C8B-B14F-4D97-AF65-F5344CB8AC3E}">
        <p14:creationId xmlns:p14="http://schemas.microsoft.com/office/powerpoint/2010/main" val="1118280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FCEB26-0EC2-3F93-7824-DB3CB00FD6CF}"/>
              </a:ext>
            </a:extLst>
          </p:cNvPr>
          <p:cNvSpPr>
            <a:spLocks noGrp="1"/>
          </p:cNvSpPr>
          <p:nvPr>
            <p:ph type="title"/>
          </p:nvPr>
        </p:nvSpPr>
        <p:spPr>
          <a:xfrm>
            <a:off x="1171074" y="1396686"/>
            <a:ext cx="3240506" cy="4064628"/>
          </a:xfrm>
        </p:spPr>
        <p:txBody>
          <a:bodyPr>
            <a:normAutofit/>
          </a:bodyPr>
          <a:lstStyle/>
          <a:p>
            <a:r>
              <a:rPr lang="en-US">
                <a:solidFill>
                  <a:srgbClr val="FFFFFF"/>
                </a:solidFill>
                <a:latin typeface="Algerian" panose="04020705040A02060702" pitchFamily="82" charset="0"/>
              </a:rPr>
              <a:t>MY ROLE AS A ENGINEER</a:t>
            </a:r>
            <a:endParaRPr lang="en-IN">
              <a:solidFill>
                <a:srgbClr val="FFFFFF"/>
              </a:solidFill>
              <a:latin typeface="Algerian" panose="04020705040A02060702" pitchFamily="82" charset="0"/>
            </a:endParaRPr>
          </a:p>
        </p:txBody>
      </p:sp>
      <p:sp>
        <p:nvSpPr>
          <p:cNvPr id="17" name="Arc 16">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5364A04-570E-8188-DFC2-341562635BCD}"/>
              </a:ext>
            </a:extLst>
          </p:cNvPr>
          <p:cNvSpPr>
            <a:spLocks noGrp="1"/>
          </p:cNvSpPr>
          <p:nvPr>
            <p:ph idx="1"/>
          </p:nvPr>
        </p:nvSpPr>
        <p:spPr>
          <a:xfrm>
            <a:off x="5370153" y="1526033"/>
            <a:ext cx="5536397" cy="3935281"/>
          </a:xfrm>
        </p:spPr>
        <p:txBody>
          <a:bodyPr>
            <a:normAutofit/>
          </a:bodyPr>
          <a:lstStyle/>
          <a:p>
            <a:r>
              <a:rPr lang="en-US" dirty="0">
                <a:latin typeface="Franklin Gothic Book" panose="020B0503020102020204" pitchFamily="34" charset="0"/>
              </a:rPr>
              <a:t>As an engineer I can program the environment in which the machine is kept to be in optimal temperature of 30°C – 37°C</a:t>
            </a:r>
          </a:p>
          <a:p>
            <a:r>
              <a:rPr lang="en-US" dirty="0">
                <a:latin typeface="Franklin Gothic Book" panose="020B0503020102020204" pitchFamily="34" charset="0"/>
              </a:rPr>
              <a:t>If there is a pH imbalance sensed by the pH indicator the machine will come to a halt so as to not to compromise the quality of detergent.</a:t>
            </a:r>
          </a:p>
          <a:p>
            <a:endParaRPr lang="en-IN" dirty="0"/>
          </a:p>
        </p:txBody>
      </p:sp>
    </p:spTree>
    <p:extLst>
      <p:ext uri="{BB962C8B-B14F-4D97-AF65-F5344CB8AC3E}">
        <p14:creationId xmlns:p14="http://schemas.microsoft.com/office/powerpoint/2010/main" val="791972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FE69CF-1223-54C3-C9B3-AF6E652CF47B}"/>
              </a:ext>
            </a:extLst>
          </p:cNvPr>
          <p:cNvSpPr>
            <a:spLocks noGrp="1"/>
          </p:cNvSpPr>
          <p:nvPr>
            <p:ph type="title"/>
          </p:nvPr>
        </p:nvSpPr>
        <p:spPr>
          <a:xfrm>
            <a:off x="838200" y="365125"/>
            <a:ext cx="10515600" cy="1325563"/>
          </a:xfrm>
        </p:spPr>
        <p:txBody>
          <a:bodyPr>
            <a:normAutofit/>
          </a:bodyPr>
          <a:lstStyle/>
          <a:p>
            <a:r>
              <a:rPr lang="en-US" sz="5400">
                <a:latin typeface="Algerian" panose="04020705040A02060702" pitchFamily="82" charset="0"/>
              </a:rPr>
              <a:t>REFERENCE SLIDE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7B9FE48-EEE4-B580-E1F7-83EFFF8CA4A9}"/>
              </a:ext>
            </a:extLst>
          </p:cNvPr>
          <p:cNvSpPr>
            <a:spLocks noGrp="1"/>
          </p:cNvSpPr>
          <p:nvPr>
            <p:ph idx="1"/>
          </p:nvPr>
        </p:nvSpPr>
        <p:spPr>
          <a:xfrm>
            <a:off x="838200" y="1929384"/>
            <a:ext cx="10284502" cy="2733237"/>
          </a:xfrm>
        </p:spPr>
        <p:txBody>
          <a:bodyPr>
            <a:normAutofit/>
          </a:bodyPr>
          <a:lstStyle/>
          <a:p>
            <a:r>
              <a:rPr lang="en-US" sz="1800" dirty="0">
                <a:latin typeface="Franklin Gothic Book" panose="020B0503020102020204" pitchFamily="34" charset="0"/>
              </a:rPr>
              <a:t>https://www.google.com/</a:t>
            </a:r>
            <a:r>
              <a:rPr lang="en-US" sz="1800" dirty="0" err="1">
                <a:latin typeface="Franklin Gothic Book" panose="020B0503020102020204" pitchFamily="34" charset="0"/>
              </a:rPr>
              <a:t>imgres?q</a:t>
            </a:r>
            <a:r>
              <a:rPr lang="en-US" sz="1800" dirty="0">
                <a:latin typeface="Franklin Gothic Book" panose="020B0503020102020204" pitchFamily="34" charset="0"/>
              </a:rPr>
              <a:t>=detergent%20with%20protease%20as%20a%20ingredient&amp;imgurl=https%3A%2F%2Fmlcvmo0gntjk.i.optimole.com%2Fcb%3AICH-.67306%2Fw%3A1080%2Fh%3A1080%2Fq%3A90%2Ff%3Abest%2Fig%3Aavif%2Fhttps%3A%2F%2Fwww.ecos.com%2Fwp-content%2Fuploads%2F2023%2F05%2F1_LaundryLiquid_Enzymes_Lavender_70oz_Front.png&amp;imgrefurl=https%3A%2F%2Fwww.ecos.com%2Flaundry%2Fhypoallergenic-laundry-detergent-with-enzymes-free-clear%2F&amp;docid=NxV1SYYYu9R-kM&amp;tbnid=pE7a_Ew9WZJqHM&amp;vet=12ahUKEwipmdeJk86PAxX-RmwGHcjnDWUQM3oECGYQAA..i&amp;w=1080&amp;h=1080&amp;hcb=2&amp;ved=2ahUKEwipmdeJk86PAxX-RmwGHcjnDWUQM3oECGYQAA</a:t>
            </a:r>
          </a:p>
          <a:p>
            <a:r>
              <a:rPr lang="en-US" sz="1800" dirty="0">
                <a:latin typeface="Franklin Gothic Book" panose="020B0503020102020204" pitchFamily="34" charset="0"/>
                <a:hlinkClick r:id="rId2"/>
              </a:rPr>
              <a:t>https://infinitabiotech.com/blog/protease-enzyme/</a:t>
            </a:r>
            <a:endParaRPr lang="en-US" sz="1800" dirty="0">
              <a:latin typeface="Franklin Gothic Book" panose="020B0503020102020204" pitchFamily="34" charset="0"/>
            </a:endParaRPr>
          </a:p>
          <a:p>
            <a:pPr marL="0" indent="0">
              <a:buNone/>
            </a:pPr>
            <a:endParaRPr lang="en-US" sz="1800" dirty="0">
              <a:latin typeface="Franklin Gothic Book" panose="020B0503020102020204" pitchFamily="34" charset="0"/>
            </a:endParaRPr>
          </a:p>
          <a:p>
            <a:endParaRPr lang="en-US" sz="1800" dirty="0">
              <a:latin typeface="Franklin Gothic Book" panose="020B0503020102020204" pitchFamily="34" charset="0"/>
            </a:endParaRPr>
          </a:p>
        </p:txBody>
      </p:sp>
    </p:spTree>
    <p:extLst>
      <p:ext uri="{BB962C8B-B14F-4D97-AF65-F5344CB8AC3E}">
        <p14:creationId xmlns:p14="http://schemas.microsoft.com/office/powerpoint/2010/main" val="1179950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0dac288-b488-484a-9892-c5e5b50af90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3AA8AED6A3A6E4A9187EBE1B793DFEF" ma:contentTypeVersion="18" ma:contentTypeDescription="Create a new document." ma:contentTypeScope="" ma:versionID="a89e8a838bfb0ba9f633efc7e419c1a1">
  <xsd:schema xmlns:xsd="http://www.w3.org/2001/XMLSchema" xmlns:xs="http://www.w3.org/2001/XMLSchema" xmlns:p="http://schemas.microsoft.com/office/2006/metadata/properties" xmlns:ns3="90dac288-b488-484a-9892-c5e5b50af90a" xmlns:ns4="c539fccf-d35a-43f3-868f-e7035b9ea425" targetNamespace="http://schemas.microsoft.com/office/2006/metadata/properties" ma:root="true" ma:fieldsID="c765b103eaeac81ede071536fe86bde5" ns3:_="" ns4:_="">
    <xsd:import namespace="90dac288-b488-484a-9892-c5e5b50af90a"/>
    <xsd:import namespace="c539fccf-d35a-43f3-868f-e7035b9ea42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dac288-b488-484a-9892-c5e5b50af9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539fccf-d35a-43f3-868f-e7035b9ea42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CCCD70-659C-4C0D-B597-4E8085A9B186}">
  <ds:schemaRefs>
    <ds:schemaRef ds:uri="http://schemas.microsoft.com/office/2006/documentManagement/types"/>
    <ds:schemaRef ds:uri="http://schemas.openxmlformats.org/package/2006/metadata/core-properties"/>
    <ds:schemaRef ds:uri="90dac288-b488-484a-9892-c5e5b50af90a"/>
    <ds:schemaRef ds:uri="http://schemas.microsoft.com/office/infopath/2007/PartnerControls"/>
    <ds:schemaRef ds:uri="http://purl.org/dc/terms/"/>
    <ds:schemaRef ds:uri="c539fccf-d35a-43f3-868f-e7035b9ea425"/>
    <ds:schemaRef ds:uri="http://schemas.microsoft.com/office/2006/metadata/properties"/>
    <ds:schemaRef ds:uri="http://www.w3.org/XML/1998/namespace"/>
    <ds:schemaRef ds:uri="http://purl.org/dc/elements/1.1/"/>
    <ds:schemaRef ds:uri="http://purl.org/dc/dcmitype/"/>
  </ds:schemaRefs>
</ds:datastoreItem>
</file>

<file path=customXml/itemProps2.xml><?xml version="1.0" encoding="utf-8"?>
<ds:datastoreItem xmlns:ds="http://schemas.openxmlformats.org/officeDocument/2006/customXml" ds:itemID="{CBC0329A-88A6-4D35-8F46-5C59809B9D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dac288-b488-484a-9892-c5e5b50af90a"/>
    <ds:schemaRef ds:uri="c539fccf-d35a-43f3-868f-e7035b9ea4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EFDBB74-F223-4F1B-9F30-664B77A5900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250</TotalTime>
  <Words>416</Words>
  <Application>Microsoft Office PowerPoint</Application>
  <PresentationFormat>Widescreen</PresentationFormat>
  <Paragraphs>19</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Algerian</vt:lpstr>
      <vt:lpstr>Arial</vt:lpstr>
      <vt:lpstr>Calibri</vt:lpstr>
      <vt:lpstr>Calibri Light</vt:lpstr>
      <vt:lpstr>Franklin Gothic Book</vt:lpstr>
      <vt:lpstr>Office Theme</vt:lpstr>
      <vt:lpstr>protease</vt:lpstr>
      <vt:lpstr>ROLE IN DETERGENT INDUSTRY</vt:lpstr>
      <vt:lpstr>PROCESS CONDITION</vt:lpstr>
      <vt:lpstr>MY ROLE AS A ENGINEER</vt:lpstr>
      <vt:lpstr>REFERENCE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ENZYMES</dc:title>
  <dc:creator>Somanna, Surendra</dc:creator>
  <cp:lastModifiedBy>Somanna, Surendra</cp:lastModifiedBy>
  <cp:revision>10</cp:revision>
  <dcterms:created xsi:type="dcterms:W3CDTF">2025-09-10T10:52:11Z</dcterms:created>
  <dcterms:modified xsi:type="dcterms:W3CDTF">2025-09-14T17:29:57Z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0x01010073AA8AED6A3A6E4A9187EBE1B793DFEF</vt:lpwstr>
  </property>
</Properties>
</file>