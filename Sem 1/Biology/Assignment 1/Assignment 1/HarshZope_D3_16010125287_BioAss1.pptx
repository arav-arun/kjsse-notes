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Lst>
  <p:sldSz cy="10287000" cx="18288000"/>
  <p:notesSz cx="6858000" cy="9144000"/>
  <p:embeddedFontLst>
    <p:embeddedFont>
      <p:font typeface="Poppins"/>
      <p:bold r:id="rId12"/>
      <p:boldItalic r:id="rId13"/>
    </p:embeddedFont>
    <p:embeddedFont>
      <p:font typeface="Poppins Black"/>
      <p:bold r:id="rId14"/>
      <p:boldItalic r:id="rId15"/>
    </p:embeddedFont>
    <p:embeddedFont>
      <p:font typeface="Open Sans"/>
      <p:bold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8" roundtripDataSignature="AMtx7mgMD2c4Ddtvd2h+oam44j79kxkS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Poppins-boldItalic.fntdata"/><Relationship Id="rId12" Type="http://schemas.openxmlformats.org/officeDocument/2006/relationships/font" Target="fonts/Poppi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oppinsBlack-boldItalic.fntdata"/><Relationship Id="rId14" Type="http://schemas.openxmlformats.org/officeDocument/2006/relationships/font" Target="fonts/PoppinsBlack-bold.fntdata"/><Relationship Id="rId17" Type="http://schemas.openxmlformats.org/officeDocument/2006/relationships/font" Target="fonts/OpenSans-boldItalic.fntdata"/><Relationship Id="rId16"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p:nvPr>
            <p:ph idx="2" type="pic"/>
          </p:nvPr>
        </p:nvSpPr>
        <p:spPr>
          <a:xfrm>
            <a:off x="1792288" y="612775"/>
            <a:ext cx="5486400" cy="4114800"/>
          </a:xfrm>
          <a:prstGeom prst="rect">
            <a:avLst/>
          </a:prstGeom>
          <a:noFill/>
          <a:ln>
            <a:noFill/>
          </a:ln>
        </p:spPr>
      </p:sp>
      <p:sp>
        <p:nvSpPr>
          <p:cNvPr id="64" name="Google Shape;64;p1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8.png"/><Relationship Id="rId9"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image" Target="../media/image4.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6.png"/><Relationship Id="rId11" Type="http://schemas.openxmlformats.org/officeDocument/2006/relationships/image" Target="../media/image28.png"/><Relationship Id="rId10" Type="http://schemas.openxmlformats.org/officeDocument/2006/relationships/image" Target="../media/image35.png"/><Relationship Id="rId12" Type="http://schemas.openxmlformats.org/officeDocument/2006/relationships/image" Target="../media/image27.png"/><Relationship Id="rId9" Type="http://schemas.openxmlformats.org/officeDocument/2006/relationships/image" Target="../media/image20.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12.png"/><Relationship Id="rId8"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3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4.png"/><Relationship Id="rId8" Type="http://schemas.openxmlformats.org/officeDocument/2006/relationships/image" Target="../media/image47.png"/></Relationships>
</file>

<file path=ppt/slides/_rels/slide5.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34.png"/><Relationship Id="rId13" Type="http://schemas.openxmlformats.org/officeDocument/2006/relationships/image" Target="../media/image32.png"/><Relationship Id="rId12"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image" Target="../media/image36.png"/><Relationship Id="rId14" Type="http://schemas.openxmlformats.org/officeDocument/2006/relationships/image" Target="../media/image33.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9.png"/></Relationships>
</file>

<file path=ppt/slides/_rels/slide6.xml.rels><?xml version="1.0" encoding="UTF-8" standalone="yes"?><Relationships xmlns="http://schemas.openxmlformats.org/package/2006/relationships"><Relationship Id="rId11" Type="http://schemas.openxmlformats.org/officeDocument/2006/relationships/image" Target="../media/image43.png"/><Relationship Id="rId10" Type="http://schemas.openxmlformats.org/officeDocument/2006/relationships/image" Target="../media/image42.png"/><Relationship Id="rId13" Type="http://schemas.openxmlformats.org/officeDocument/2006/relationships/image" Target="../media/image48.png"/><Relationship Id="rId12" Type="http://schemas.openxmlformats.org/officeDocument/2006/relationships/image" Target="../media/image46.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8.png"/><Relationship Id="rId4" Type="http://schemas.openxmlformats.org/officeDocument/2006/relationships/image" Target="../media/image39.png"/><Relationship Id="rId9" Type="http://schemas.openxmlformats.org/officeDocument/2006/relationships/image" Target="../media/image44.png"/><Relationship Id="rId5" Type="http://schemas.openxmlformats.org/officeDocument/2006/relationships/image" Target="../media/image50.png"/><Relationship Id="rId6" Type="http://schemas.openxmlformats.org/officeDocument/2006/relationships/image" Target="../media/image37.png"/><Relationship Id="rId7" Type="http://schemas.openxmlformats.org/officeDocument/2006/relationships/image" Target="../media/image45.png"/><Relationship Id="rId8"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6979" l="0" r="0" t="-106982"/>
            </a:stretch>
          </a:blipFill>
          <a:ln>
            <a:noFill/>
          </a:ln>
        </p:spPr>
      </p:sp>
      <p:sp>
        <p:nvSpPr>
          <p:cNvPr id="85" name="Google Shape;85;p1"/>
          <p:cNvSpPr/>
          <p:nvPr/>
        </p:nvSpPr>
        <p:spPr>
          <a:xfrm>
            <a:off x="15928870" y="-1398654"/>
            <a:ext cx="3419853" cy="3792175"/>
          </a:xfrm>
          <a:custGeom>
            <a:rect b="b" l="l" r="r" t="t"/>
            <a:pathLst>
              <a:path extrusionOk="0" h="3792175" w="3419853">
                <a:moveTo>
                  <a:pt x="0" y="0"/>
                </a:moveTo>
                <a:lnTo>
                  <a:pt x="3419853" y="0"/>
                </a:lnTo>
                <a:lnTo>
                  <a:pt x="3419853" y="3792175"/>
                </a:lnTo>
                <a:lnTo>
                  <a:pt x="0" y="3792175"/>
                </a:lnTo>
                <a:lnTo>
                  <a:pt x="0" y="0"/>
                </a:lnTo>
                <a:close/>
              </a:path>
            </a:pathLst>
          </a:custGeom>
          <a:blipFill rotWithShape="1">
            <a:blip r:embed="rId4">
              <a:alphaModFix/>
            </a:blip>
            <a:stretch>
              <a:fillRect b="0" l="0" r="0" t="0"/>
            </a:stretch>
          </a:blipFill>
          <a:ln>
            <a:noFill/>
          </a:ln>
        </p:spPr>
      </p:sp>
      <p:sp>
        <p:nvSpPr>
          <p:cNvPr id="86" name="Google Shape;86;p1"/>
          <p:cNvSpPr/>
          <p:nvPr/>
        </p:nvSpPr>
        <p:spPr>
          <a:xfrm rot="10800000">
            <a:off x="4269452" y="4138776"/>
            <a:ext cx="9732153" cy="4912614"/>
          </a:xfrm>
          <a:custGeom>
            <a:rect b="b" l="l" r="r" t="t"/>
            <a:pathLst>
              <a:path extrusionOk="0" h="2184342" w="4327299">
                <a:moveTo>
                  <a:pt x="4315869" y="27940"/>
                </a:moveTo>
                <a:cubicBezTo>
                  <a:pt x="4306979" y="24130"/>
                  <a:pt x="4298089" y="21590"/>
                  <a:pt x="4289199" y="21590"/>
                </a:cubicBezTo>
                <a:cubicBezTo>
                  <a:pt x="4262529" y="20320"/>
                  <a:pt x="4198643" y="20320"/>
                  <a:pt x="4127669" y="17780"/>
                </a:cubicBezTo>
                <a:cubicBezTo>
                  <a:pt x="3965442" y="12700"/>
                  <a:pt x="3806594" y="6350"/>
                  <a:pt x="3644367" y="3810"/>
                </a:cubicBezTo>
                <a:cubicBezTo>
                  <a:pt x="3512558" y="1270"/>
                  <a:pt x="3384128" y="3810"/>
                  <a:pt x="3252319" y="2540"/>
                </a:cubicBezTo>
                <a:cubicBezTo>
                  <a:pt x="3194863" y="2540"/>
                  <a:pt x="3137408" y="0"/>
                  <a:pt x="3079952" y="2540"/>
                </a:cubicBezTo>
                <a:cubicBezTo>
                  <a:pt x="2941383" y="10160"/>
                  <a:pt x="2802814" y="11430"/>
                  <a:pt x="2660865" y="8890"/>
                </a:cubicBezTo>
                <a:cubicBezTo>
                  <a:pt x="2589891" y="7620"/>
                  <a:pt x="2518917" y="7620"/>
                  <a:pt x="2447942" y="7620"/>
                </a:cubicBezTo>
                <a:cubicBezTo>
                  <a:pt x="2319512" y="7620"/>
                  <a:pt x="2191083" y="7620"/>
                  <a:pt x="2062653" y="6350"/>
                </a:cubicBezTo>
                <a:cubicBezTo>
                  <a:pt x="1927464" y="5080"/>
                  <a:pt x="595850" y="2540"/>
                  <a:pt x="464040" y="1270"/>
                </a:cubicBezTo>
                <a:cubicBezTo>
                  <a:pt x="355889" y="0"/>
                  <a:pt x="251117" y="1270"/>
                  <a:pt x="142966" y="1270"/>
                </a:cubicBezTo>
                <a:cubicBezTo>
                  <a:pt x="68612" y="1270"/>
                  <a:pt x="33020" y="3810"/>
                  <a:pt x="5080" y="5080"/>
                </a:cubicBezTo>
                <a:cubicBezTo>
                  <a:pt x="3810" y="5080"/>
                  <a:pt x="2540" y="7620"/>
                  <a:pt x="0" y="8890"/>
                </a:cubicBezTo>
                <a:cubicBezTo>
                  <a:pt x="1270" y="21590"/>
                  <a:pt x="3810" y="34290"/>
                  <a:pt x="5080" y="46990"/>
                </a:cubicBezTo>
                <a:cubicBezTo>
                  <a:pt x="15240" y="133857"/>
                  <a:pt x="16510" y="228079"/>
                  <a:pt x="17780" y="320648"/>
                </a:cubicBezTo>
                <a:cubicBezTo>
                  <a:pt x="19050" y="414870"/>
                  <a:pt x="17780" y="509092"/>
                  <a:pt x="16510" y="604967"/>
                </a:cubicBezTo>
                <a:cubicBezTo>
                  <a:pt x="15240" y="702495"/>
                  <a:pt x="2540" y="1725712"/>
                  <a:pt x="2540" y="1823240"/>
                </a:cubicBezTo>
                <a:cubicBezTo>
                  <a:pt x="2540" y="1919115"/>
                  <a:pt x="1270" y="2014990"/>
                  <a:pt x="0" y="2110865"/>
                </a:cubicBezTo>
                <a:cubicBezTo>
                  <a:pt x="0" y="2129732"/>
                  <a:pt x="3810" y="2139892"/>
                  <a:pt x="15240" y="2144972"/>
                </a:cubicBezTo>
                <a:cubicBezTo>
                  <a:pt x="22860" y="2148782"/>
                  <a:pt x="31750" y="2151322"/>
                  <a:pt x="40640" y="2152592"/>
                </a:cubicBezTo>
                <a:cubicBezTo>
                  <a:pt x="139586" y="2157672"/>
                  <a:pt x="268016" y="2161482"/>
                  <a:pt x="396446" y="2166562"/>
                </a:cubicBezTo>
                <a:cubicBezTo>
                  <a:pt x="467420" y="2169102"/>
                  <a:pt x="538394" y="2174182"/>
                  <a:pt x="609369" y="2175452"/>
                </a:cubicBezTo>
                <a:cubicBezTo>
                  <a:pt x="727659" y="2177992"/>
                  <a:pt x="2045754" y="2179262"/>
                  <a:pt x="2164045" y="2180532"/>
                </a:cubicBezTo>
                <a:cubicBezTo>
                  <a:pt x="2180944" y="2180532"/>
                  <a:pt x="2197842" y="2180532"/>
                  <a:pt x="2214741" y="2180532"/>
                </a:cubicBezTo>
                <a:cubicBezTo>
                  <a:pt x="2295854" y="2180532"/>
                  <a:pt x="2380348" y="2179262"/>
                  <a:pt x="2461461" y="2179262"/>
                </a:cubicBezTo>
                <a:cubicBezTo>
                  <a:pt x="2556094" y="2179262"/>
                  <a:pt x="2647346" y="2180532"/>
                  <a:pt x="2741979" y="2180532"/>
                </a:cubicBezTo>
                <a:cubicBezTo>
                  <a:pt x="2880548" y="2180532"/>
                  <a:pt x="3022497" y="2180532"/>
                  <a:pt x="3161066" y="2180532"/>
                </a:cubicBezTo>
                <a:cubicBezTo>
                  <a:pt x="3289495" y="2180532"/>
                  <a:pt x="3417925" y="2181802"/>
                  <a:pt x="3546355" y="2183072"/>
                </a:cubicBezTo>
                <a:cubicBezTo>
                  <a:pt x="3603810" y="2183072"/>
                  <a:pt x="3664645" y="2184342"/>
                  <a:pt x="3722101" y="2184342"/>
                </a:cubicBezTo>
                <a:cubicBezTo>
                  <a:pt x="3907986" y="2183072"/>
                  <a:pt x="4090491" y="2176722"/>
                  <a:pt x="4266339" y="2176722"/>
                </a:cubicBezTo>
                <a:cubicBezTo>
                  <a:pt x="4270149" y="2176722"/>
                  <a:pt x="4275229" y="2174182"/>
                  <a:pt x="4279039" y="2171642"/>
                </a:cubicBezTo>
                <a:cubicBezTo>
                  <a:pt x="4284119" y="2167832"/>
                  <a:pt x="4286659" y="2161482"/>
                  <a:pt x="4289199" y="2158942"/>
                </a:cubicBezTo>
                <a:cubicBezTo>
                  <a:pt x="4290469" y="2099293"/>
                  <a:pt x="4291739" y="2029867"/>
                  <a:pt x="4293009" y="1960440"/>
                </a:cubicBezTo>
                <a:cubicBezTo>
                  <a:pt x="4294279" y="1852994"/>
                  <a:pt x="4304439" y="821512"/>
                  <a:pt x="4305709" y="714066"/>
                </a:cubicBezTo>
                <a:cubicBezTo>
                  <a:pt x="4305709" y="649598"/>
                  <a:pt x="4306979" y="585130"/>
                  <a:pt x="4308249" y="520663"/>
                </a:cubicBezTo>
                <a:cubicBezTo>
                  <a:pt x="4309519" y="451236"/>
                  <a:pt x="4310789" y="381809"/>
                  <a:pt x="4313329" y="312383"/>
                </a:cubicBezTo>
                <a:cubicBezTo>
                  <a:pt x="4314599" y="271057"/>
                  <a:pt x="4314599" y="228079"/>
                  <a:pt x="4319679" y="186753"/>
                </a:cubicBezTo>
                <a:cubicBezTo>
                  <a:pt x="4324759" y="137163"/>
                  <a:pt x="4327299" y="89225"/>
                  <a:pt x="4326029" y="44450"/>
                </a:cubicBezTo>
                <a:cubicBezTo>
                  <a:pt x="4326029" y="38100"/>
                  <a:pt x="4322219" y="30480"/>
                  <a:pt x="4315869" y="27940"/>
                </a:cubicBezTo>
                <a:close/>
              </a:path>
            </a:pathLst>
          </a:custGeom>
          <a:solidFill>
            <a:srgbClr val="F9E2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
          <p:cNvSpPr/>
          <p:nvPr/>
        </p:nvSpPr>
        <p:spPr>
          <a:xfrm rot="1110663">
            <a:off x="216135" y="60371"/>
            <a:ext cx="2540000" cy="2057400"/>
          </a:xfrm>
          <a:custGeom>
            <a:rect b="b" l="l" r="r" t="t"/>
            <a:pathLst>
              <a:path extrusionOk="0" h="2057400" w="2540000">
                <a:moveTo>
                  <a:pt x="0" y="0"/>
                </a:moveTo>
                <a:lnTo>
                  <a:pt x="2540000" y="0"/>
                </a:lnTo>
                <a:lnTo>
                  <a:pt x="2540000" y="2057400"/>
                </a:lnTo>
                <a:lnTo>
                  <a:pt x="0" y="2057400"/>
                </a:lnTo>
                <a:lnTo>
                  <a:pt x="0" y="0"/>
                </a:lnTo>
                <a:close/>
              </a:path>
            </a:pathLst>
          </a:custGeom>
          <a:blipFill rotWithShape="1">
            <a:blip r:embed="rId5">
              <a:alphaModFix/>
            </a:blip>
            <a:stretch>
              <a:fillRect b="0" l="0" r="0" t="0"/>
            </a:stretch>
          </a:blipFill>
          <a:ln>
            <a:noFill/>
          </a:ln>
        </p:spPr>
      </p:sp>
      <p:sp>
        <p:nvSpPr>
          <p:cNvPr id="88" name="Google Shape;88;p1"/>
          <p:cNvSpPr/>
          <p:nvPr/>
        </p:nvSpPr>
        <p:spPr>
          <a:xfrm rot="4716345">
            <a:off x="15449405" y="7394529"/>
            <a:ext cx="2688754" cy="2503902"/>
          </a:xfrm>
          <a:custGeom>
            <a:rect b="b" l="l" r="r" t="t"/>
            <a:pathLst>
              <a:path extrusionOk="0" h="2503902" w="2688754">
                <a:moveTo>
                  <a:pt x="0" y="0"/>
                </a:moveTo>
                <a:lnTo>
                  <a:pt x="2688754" y="0"/>
                </a:lnTo>
                <a:lnTo>
                  <a:pt x="2688754" y="2503902"/>
                </a:lnTo>
                <a:lnTo>
                  <a:pt x="0" y="2503902"/>
                </a:lnTo>
                <a:lnTo>
                  <a:pt x="0" y="0"/>
                </a:lnTo>
                <a:close/>
              </a:path>
            </a:pathLst>
          </a:custGeom>
          <a:blipFill rotWithShape="1">
            <a:blip r:embed="rId6">
              <a:alphaModFix/>
            </a:blip>
            <a:stretch>
              <a:fillRect b="0" l="0" r="0" t="0"/>
            </a:stretch>
          </a:blipFill>
          <a:ln>
            <a:noFill/>
          </a:ln>
        </p:spPr>
      </p:sp>
      <p:sp>
        <p:nvSpPr>
          <p:cNvPr id="89" name="Google Shape;89;p1"/>
          <p:cNvSpPr/>
          <p:nvPr/>
        </p:nvSpPr>
        <p:spPr>
          <a:xfrm rot="1355470">
            <a:off x="-36434" y="7210858"/>
            <a:ext cx="2752817" cy="2752817"/>
          </a:xfrm>
          <a:custGeom>
            <a:rect b="b" l="l" r="r" t="t"/>
            <a:pathLst>
              <a:path extrusionOk="0" h="2752817" w="2752817">
                <a:moveTo>
                  <a:pt x="0" y="0"/>
                </a:moveTo>
                <a:lnTo>
                  <a:pt x="2752817" y="0"/>
                </a:lnTo>
                <a:lnTo>
                  <a:pt x="2752817" y="2752817"/>
                </a:lnTo>
                <a:lnTo>
                  <a:pt x="0" y="2752817"/>
                </a:lnTo>
                <a:lnTo>
                  <a:pt x="0" y="0"/>
                </a:lnTo>
                <a:close/>
              </a:path>
            </a:pathLst>
          </a:custGeom>
          <a:blipFill rotWithShape="1">
            <a:blip r:embed="rId7">
              <a:alphaModFix/>
            </a:blip>
            <a:stretch>
              <a:fillRect b="0" l="0" r="0" t="0"/>
            </a:stretch>
          </a:blipFill>
          <a:ln>
            <a:noFill/>
          </a:ln>
        </p:spPr>
      </p:sp>
      <p:sp>
        <p:nvSpPr>
          <p:cNvPr id="90" name="Google Shape;90;p1"/>
          <p:cNvSpPr txBox="1"/>
          <p:nvPr/>
        </p:nvSpPr>
        <p:spPr>
          <a:xfrm>
            <a:off x="2345043" y="962025"/>
            <a:ext cx="13583827" cy="2944791"/>
          </a:xfrm>
          <a:prstGeom prst="rect">
            <a:avLst/>
          </a:prstGeom>
          <a:noFill/>
          <a:ln>
            <a:noFill/>
          </a:ln>
        </p:spPr>
        <p:txBody>
          <a:bodyPr anchorCtr="0" anchor="t" bIns="0" lIns="0" spcFirstLastPara="1" rIns="0" wrap="square" tIns="0">
            <a:spAutoFit/>
          </a:bodyPr>
          <a:lstStyle/>
          <a:p>
            <a:pPr indent="0" lvl="0" marL="0" marR="0" rtl="0" algn="ctr">
              <a:lnSpc>
                <a:spcPct val="120998"/>
              </a:lnSpc>
              <a:spcBef>
                <a:spcPts val="0"/>
              </a:spcBef>
              <a:spcAft>
                <a:spcPts val="0"/>
              </a:spcAft>
              <a:buNone/>
            </a:pPr>
            <a:r>
              <a:rPr b="1" i="0" lang="en-US" sz="6267" u="none" cap="none" strike="noStrike">
                <a:solidFill>
                  <a:srgbClr val="F9E2CF"/>
                </a:solidFill>
                <a:latin typeface="Poppins Black"/>
                <a:ea typeface="Poppins Black"/>
                <a:cs typeface="Poppins Black"/>
                <a:sym typeface="Poppins Black"/>
              </a:rPr>
              <a:t>ENZYMATIC PROCESSES IN INDUSTRIAL PRODUCTION &amp; ITS APPLICATION</a:t>
            </a:r>
            <a:endParaRPr/>
          </a:p>
        </p:txBody>
      </p:sp>
      <p:sp>
        <p:nvSpPr>
          <p:cNvPr id="91" name="Google Shape;91;p1"/>
          <p:cNvSpPr txBox="1"/>
          <p:nvPr/>
        </p:nvSpPr>
        <p:spPr>
          <a:xfrm>
            <a:off x="4530447" y="4665424"/>
            <a:ext cx="9227106" cy="413029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890" u="none" cap="none" strike="noStrike">
                <a:solidFill>
                  <a:srgbClr val="CC2C4C"/>
                </a:solidFill>
                <a:latin typeface="Poppins"/>
                <a:ea typeface="Poppins"/>
                <a:cs typeface="Poppins"/>
                <a:sym typeface="Poppins"/>
              </a:rPr>
              <a:t>Subject</a:t>
            </a:r>
            <a:r>
              <a:rPr b="0" i="0" lang="en-US" sz="3890" u="none" cap="none" strike="noStrike">
                <a:solidFill>
                  <a:srgbClr val="CC2C4C"/>
                </a:solidFill>
                <a:latin typeface="Poppins"/>
                <a:ea typeface="Poppins"/>
                <a:cs typeface="Poppins"/>
                <a:sym typeface="Poppins"/>
              </a:rPr>
              <a:t>:Biology for Engineers</a:t>
            </a:r>
            <a:endParaRPr/>
          </a:p>
          <a:p>
            <a:pPr indent="0" lvl="0" marL="0" marR="0" rtl="0" algn="ctr">
              <a:lnSpc>
                <a:spcPct val="140000"/>
              </a:lnSpc>
              <a:spcBef>
                <a:spcPts val="0"/>
              </a:spcBef>
              <a:spcAft>
                <a:spcPts val="0"/>
              </a:spcAft>
              <a:buNone/>
            </a:pPr>
            <a:r>
              <a:rPr b="1" i="0" lang="en-US" sz="3890" u="none" cap="none" strike="noStrike">
                <a:solidFill>
                  <a:srgbClr val="CC2C4C"/>
                </a:solidFill>
                <a:latin typeface="Poppins"/>
                <a:ea typeface="Poppins"/>
                <a:cs typeface="Poppins"/>
                <a:sym typeface="Poppins"/>
              </a:rPr>
              <a:t>Unit 1:</a:t>
            </a:r>
            <a:r>
              <a:rPr b="0" i="0" lang="en-US" sz="3890" u="none" cap="none" strike="noStrike">
                <a:solidFill>
                  <a:srgbClr val="CC2C4C"/>
                </a:solidFill>
                <a:latin typeface="Poppins"/>
                <a:ea typeface="Poppins"/>
                <a:cs typeface="Poppins"/>
                <a:sym typeface="Poppins"/>
              </a:rPr>
              <a:t> Biomolecules and Enzymes</a:t>
            </a:r>
            <a:endParaRPr/>
          </a:p>
          <a:p>
            <a:pPr indent="0" lvl="0" marL="0" marR="0" rtl="0" algn="ctr">
              <a:lnSpc>
                <a:spcPct val="140000"/>
              </a:lnSpc>
              <a:spcBef>
                <a:spcPts val="0"/>
              </a:spcBef>
              <a:spcAft>
                <a:spcPts val="0"/>
              </a:spcAft>
              <a:buNone/>
            </a:pPr>
            <a:r>
              <a:rPr b="0" i="0" lang="en-US" sz="3890" u="none" cap="none" strike="noStrike">
                <a:solidFill>
                  <a:srgbClr val="CC2C4C"/>
                </a:solidFill>
                <a:latin typeface="Poppins"/>
                <a:ea typeface="Poppins"/>
                <a:cs typeface="Poppins"/>
                <a:sym typeface="Poppins"/>
              </a:rPr>
              <a:t>Enzyme: Cellulase </a:t>
            </a:r>
            <a:endParaRPr/>
          </a:p>
          <a:p>
            <a:pPr indent="0" lvl="0" marL="0" marR="0" rtl="0" algn="ctr">
              <a:lnSpc>
                <a:spcPct val="140000"/>
              </a:lnSpc>
              <a:spcBef>
                <a:spcPts val="0"/>
              </a:spcBef>
              <a:spcAft>
                <a:spcPts val="0"/>
              </a:spcAft>
              <a:buNone/>
            </a:pPr>
            <a:r>
              <a:rPr b="1" i="0" lang="en-US" sz="3890" u="none" cap="none" strike="noStrike">
                <a:solidFill>
                  <a:srgbClr val="CC2C4C"/>
                </a:solidFill>
                <a:latin typeface="Poppins"/>
                <a:ea typeface="Poppins"/>
                <a:cs typeface="Poppins"/>
                <a:sym typeface="Poppins"/>
              </a:rPr>
              <a:t>Product</a:t>
            </a:r>
            <a:r>
              <a:rPr b="0" i="0" lang="en-US" sz="3890" u="none" cap="none" strike="noStrike">
                <a:solidFill>
                  <a:srgbClr val="CC2C4C"/>
                </a:solidFill>
                <a:latin typeface="Poppins"/>
                <a:ea typeface="Poppins"/>
                <a:cs typeface="Poppins"/>
                <a:sym typeface="Poppins"/>
              </a:rPr>
              <a:t>: "Bio-Stoned" Denim</a:t>
            </a:r>
            <a:endParaRPr/>
          </a:p>
          <a:p>
            <a:pPr indent="0" lvl="0" marL="0" marR="0" rtl="0" algn="ctr">
              <a:lnSpc>
                <a:spcPct val="140000"/>
              </a:lnSpc>
              <a:spcBef>
                <a:spcPts val="0"/>
              </a:spcBef>
              <a:spcAft>
                <a:spcPts val="0"/>
              </a:spcAft>
              <a:buNone/>
            </a:pPr>
            <a:r>
              <a:rPr b="1" i="0" lang="en-US" sz="3890" u="none" cap="none" strike="noStrike">
                <a:solidFill>
                  <a:srgbClr val="CC2C4C"/>
                </a:solidFill>
                <a:latin typeface="Poppins"/>
                <a:ea typeface="Poppins"/>
                <a:cs typeface="Poppins"/>
                <a:sym typeface="Poppins"/>
              </a:rPr>
              <a:t>By</a:t>
            </a:r>
            <a:r>
              <a:rPr b="0" i="0" lang="en-US" sz="3890" u="none" cap="none" strike="noStrike">
                <a:solidFill>
                  <a:srgbClr val="CC2C4C"/>
                </a:solidFill>
                <a:latin typeface="Poppins"/>
                <a:ea typeface="Poppins"/>
                <a:cs typeface="Poppins"/>
                <a:sym typeface="Poppins"/>
              </a:rPr>
              <a:t>: Harsh Zope</a:t>
            </a:r>
            <a:endParaRPr/>
          </a:p>
          <a:p>
            <a:pPr indent="0" lvl="0" marL="0" marR="0" rtl="0" algn="ctr">
              <a:lnSpc>
                <a:spcPct val="140000"/>
              </a:lnSpc>
              <a:spcBef>
                <a:spcPts val="0"/>
              </a:spcBef>
              <a:spcAft>
                <a:spcPts val="0"/>
              </a:spcAft>
              <a:buNone/>
            </a:pPr>
            <a:r>
              <a:t/>
            </a:r>
            <a:endParaRPr b="0" i="0" sz="3890" u="none" cap="none" strike="noStrike">
              <a:solidFill>
                <a:srgbClr val="CC2C4C"/>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6979" l="0" r="0" t="-106982"/>
            </a:stretch>
          </a:blipFill>
          <a:ln>
            <a:noFill/>
          </a:ln>
        </p:spPr>
      </p:sp>
      <p:sp>
        <p:nvSpPr>
          <p:cNvPr id="97" name="Google Shape;97;p2"/>
          <p:cNvSpPr/>
          <p:nvPr/>
        </p:nvSpPr>
        <p:spPr>
          <a:xfrm rot="-5847775">
            <a:off x="15541027" y="-1923487"/>
            <a:ext cx="5894595" cy="6012177"/>
          </a:xfrm>
          <a:custGeom>
            <a:rect b="b" l="l" r="r" t="t"/>
            <a:pathLst>
              <a:path extrusionOk="0" h="6012177" w="5894595">
                <a:moveTo>
                  <a:pt x="0" y="0"/>
                </a:moveTo>
                <a:lnTo>
                  <a:pt x="5894595" y="0"/>
                </a:lnTo>
                <a:lnTo>
                  <a:pt x="5894595" y="6012177"/>
                </a:lnTo>
                <a:lnTo>
                  <a:pt x="0" y="6012177"/>
                </a:lnTo>
                <a:lnTo>
                  <a:pt x="0" y="0"/>
                </a:lnTo>
                <a:close/>
              </a:path>
            </a:pathLst>
          </a:custGeom>
          <a:blipFill rotWithShape="1">
            <a:blip r:embed="rId4">
              <a:alphaModFix/>
            </a:blip>
            <a:stretch>
              <a:fillRect b="0" l="0" r="0" t="0"/>
            </a:stretch>
          </a:blipFill>
          <a:ln>
            <a:noFill/>
          </a:ln>
        </p:spPr>
      </p:sp>
      <p:sp>
        <p:nvSpPr>
          <p:cNvPr id="98" name="Google Shape;98;p2"/>
          <p:cNvSpPr/>
          <p:nvPr/>
        </p:nvSpPr>
        <p:spPr>
          <a:xfrm rot="2107130">
            <a:off x="16230600" y="7993122"/>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5">
              <a:alphaModFix/>
            </a:blip>
            <a:stretch>
              <a:fillRect b="0" l="0" r="0" t="0"/>
            </a:stretch>
          </a:blipFill>
          <a:ln>
            <a:noFill/>
          </a:ln>
        </p:spPr>
      </p:sp>
      <p:sp>
        <p:nvSpPr>
          <p:cNvPr id="99" name="Google Shape;99;p2"/>
          <p:cNvSpPr/>
          <p:nvPr/>
        </p:nvSpPr>
        <p:spPr>
          <a:xfrm rot="10800000">
            <a:off x="772357" y="1109565"/>
            <a:ext cx="16152475" cy="8153475"/>
          </a:xfrm>
          <a:custGeom>
            <a:rect b="b" l="l" r="r" t="t"/>
            <a:pathLst>
              <a:path extrusionOk="0" h="2184342" w="4327299">
                <a:moveTo>
                  <a:pt x="4315869" y="27940"/>
                </a:moveTo>
                <a:cubicBezTo>
                  <a:pt x="4306979" y="24130"/>
                  <a:pt x="4298089" y="21590"/>
                  <a:pt x="4289199" y="21590"/>
                </a:cubicBezTo>
                <a:cubicBezTo>
                  <a:pt x="4262529" y="20320"/>
                  <a:pt x="4198643" y="20320"/>
                  <a:pt x="4127669" y="17780"/>
                </a:cubicBezTo>
                <a:cubicBezTo>
                  <a:pt x="3965442" y="12700"/>
                  <a:pt x="3806594" y="6350"/>
                  <a:pt x="3644367" y="3810"/>
                </a:cubicBezTo>
                <a:cubicBezTo>
                  <a:pt x="3512558" y="1270"/>
                  <a:pt x="3384128" y="3810"/>
                  <a:pt x="3252319" y="2540"/>
                </a:cubicBezTo>
                <a:cubicBezTo>
                  <a:pt x="3194863" y="2540"/>
                  <a:pt x="3137408" y="0"/>
                  <a:pt x="3079952" y="2540"/>
                </a:cubicBezTo>
                <a:cubicBezTo>
                  <a:pt x="2941383" y="10160"/>
                  <a:pt x="2802814" y="11430"/>
                  <a:pt x="2660865" y="8890"/>
                </a:cubicBezTo>
                <a:cubicBezTo>
                  <a:pt x="2589891" y="7620"/>
                  <a:pt x="2518917" y="7620"/>
                  <a:pt x="2447942" y="7620"/>
                </a:cubicBezTo>
                <a:cubicBezTo>
                  <a:pt x="2319512" y="7620"/>
                  <a:pt x="2191083" y="7620"/>
                  <a:pt x="2062653" y="6350"/>
                </a:cubicBezTo>
                <a:cubicBezTo>
                  <a:pt x="1927464" y="5080"/>
                  <a:pt x="595850" y="2540"/>
                  <a:pt x="464040" y="1270"/>
                </a:cubicBezTo>
                <a:cubicBezTo>
                  <a:pt x="355889" y="0"/>
                  <a:pt x="251117" y="1270"/>
                  <a:pt x="142966" y="1270"/>
                </a:cubicBezTo>
                <a:cubicBezTo>
                  <a:pt x="68612" y="1270"/>
                  <a:pt x="33020" y="3810"/>
                  <a:pt x="5080" y="5080"/>
                </a:cubicBezTo>
                <a:cubicBezTo>
                  <a:pt x="3810" y="5080"/>
                  <a:pt x="2540" y="7620"/>
                  <a:pt x="0" y="8890"/>
                </a:cubicBezTo>
                <a:cubicBezTo>
                  <a:pt x="1270" y="21590"/>
                  <a:pt x="3810" y="34290"/>
                  <a:pt x="5080" y="46990"/>
                </a:cubicBezTo>
                <a:cubicBezTo>
                  <a:pt x="15240" y="133857"/>
                  <a:pt x="16510" y="228079"/>
                  <a:pt x="17780" y="320648"/>
                </a:cubicBezTo>
                <a:cubicBezTo>
                  <a:pt x="19050" y="414870"/>
                  <a:pt x="17780" y="509092"/>
                  <a:pt x="16510" y="604967"/>
                </a:cubicBezTo>
                <a:cubicBezTo>
                  <a:pt x="15240" y="702495"/>
                  <a:pt x="2540" y="1725712"/>
                  <a:pt x="2540" y="1823240"/>
                </a:cubicBezTo>
                <a:cubicBezTo>
                  <a:pt x="2540" y="1919115"/>
                  <a:pt x="1270" y="2014990"/>
                  <a:pt x="0" y="2110865"/>
                </a:cubicBezTo>
                <a:cubicBezTo>
                  <a:pt x="0" y="2129732"/>
                  <a:pt x="3810" y="2139892"/>
                  <a:pt x="15240" y="2144972"/>
                </a:cubicBezTo>
                <a:cubicBezTo>
                  <a:pt x="22860" y="2148782"/>
                  <a:pt x="31750" y="2151322"/>
                  <a:pt x="40640" y="2152592"/>
                </a:cubicBezTo>
                <a:cubicBezTo>
                  <a:pt x="139586" y="2157672"/>
                  <a:pt x="268016" y="2161482"/>
                  <a:pt x="396446" y="2166562"/>
                </a:cubicBezTo>
                <a:cubicBezTo>
                  <a:pt x="467420" y="2169102"/>
                  <a:pt x="538394" y="2174182"/>
                  <a:pt x="609369" y="2175452"/>
                </a:cubicBezTo>
                <a:cubicBezTo>
                  <a:pt x="727659" y="2177992"/>
                  <a:pt x="2045754" y="2179262"/>
                  <a:pt x="2164045" y="2180532"/>
                </a:cubicBezTo>
                <a:cubicBezTo>
                  <a:pt x="2180944" y="2180532"/>
                  <a:pt x="2197842" y="2180532"/>
                  <a:pt x="2214741" y="2180532"/>
                </a:cubicBezTo>
                <a:cubicBezTo>
                  <a:pt x="2295854" y="2180532"/>
                  <a:pt x="2380348" y="2179262"/>
                  <a:pt x="2461461" y="2179262"/>
                </a:cubicBezTo>
                <a:cubicBezTo>
                  <a:pt x="2556094" y="2179262"/>
                  <a:pt x="2647346" y="2180532"/>
                  <a:pt x="2741979" y="2180532"/>
                </a:cubicBezTo>
                <a:cubicBezTo>
                  <a:pt x="2880548" y="2180532"/>
                  <a:pt x="3022497" y="2180532"/>
                  <a:pt x="3161066" y="2180532"/>
                </a:cubicBezTo>
                <a:cubicBezTo>
                  <a:pt x="3289495" y="2180532"/>
                  <a:pt x="3417925" y="2181802"/>
                  <a:pt x="3546355" y="2183072"/>
                </a:cubicBezTo>
                <a:cubicBezTo>
                  <a:pt x="3603810" y="2183072"/>
                  <a:pt x="3664645" y="2184342"/>
                  <a:pt x="3722101" y="2184342"/>
                </a:cubicBezTo>
                <a:cubicBezTo>
                  <a:pt x="3907986" y="2183072"/>
                  <a:pt x="4090491" y="2176722"/>
                  <a:pt x="4266339" y="2176722"/>
                </a:cubicBezTo>
                <a:cubicBezTo>
                  <a:pt x="4270149" y="2176722"/>
                  <a:pt x="4275229" y="2174182"/>
                  <a:pt x="4279039" y="2171642"/>
                </a:cubicBezTo>
                <a:cubicBezTo>
                  <a:pt x="4284119" y="2167832"/>
                  <a:pt x="4286659" y="2161482"/>
                  <a:pt x="4289199" y="2158942"/>
                </a:cubicBezTo>
                <a:cubicBezTo>
                  <a:pt x="4290469" y="2099293"/>
                  <a:pt x="4291739" y="2029867"/>
                  <a:pt x="4293009" y="1960440"/>
                </a:cubicBezTo>
                <a:cubicBezTo>
                  <a:pt x="4294279" y="1852994"/>
                  <a:pt x="4304439" y="821512"/>
                  <a:pt x="4305709" y="714066"/>
                </a:cubicBezTo>
                <a:cubicBezTo>
                  <a:pt x="4305709" y="649598"/>
                  <a:pt x="4306979" y="585130"/>
                  <a:pt x="4308249" y="520663"/>
                </a:cubicBezTo>
                <a:cubicBezTo>
                  <a:pt x="4309519" y="451236"/>
                  <a:pt x="4310789" y="381809"/>
                  <a:pt x="4313329" y="312383"/>
                </a:cubicBezTo>
                <a:cubicBezTo>
                  <a:pt x="4314599" y="271057"/>
                  <a:pt x="4314599" y="228079"/>
                  <a:pt x="4319679" y="186753"/>
                </a:cubicBezTo>
                <a:cubicBezTo>
                  <a:pt x="4324759" y="137163"/>
                  <a:pt x="4327299" y="89225"/>
                  <a:pt x="4326029" y="44450"/>
                </a:cubicBezTo>
                <a:cubicBezTo>
                  <a:pt x="4326029" y="38100"/>
                  <a:pt x="4322219" y="30480"/>
                  <a:pt x="4315869" y="27940"/>
                </a:cubicBezTo>
                <a:close/>
              </a:path>
            </a:pathLst>
          </a:custGeom>
          <a:solidFill>
            <a:srgbClr val="F9E2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rot="-689508">
            <a:off x="8481258" y="395791"/>
            <a:ext cx="9405673" cy="8806061"/>
          </a:xfrm>
          <a:custGeom>
            <a:rect b="b" l="l" r="r" t="t"/>
            <a:pathLst>
              <a:path extrusionOk="0" h="8806061" w="9405673">
                <a:moveTo>
                  <a:pt x="0" y="0"/>
                </a:moveTo>
                <a:lnTo>
                  <a:pt x="9405672" y="0"/>
                </a:lnTo>
                <a:lnTo>
                  <a:pt x="9405672" y="8806061"/>
                </a:lnTo>
                <a:lnTo>
                  <a:pt x="0" y="8806061"/>
                </a:lnTo>
                <a:lnTo>
                  <a:pt x="0" y="0"/>
                </a:lnTo>
                <a:close/>
              </a:path>
            </a:pathLst>
          </a:custGeom>
          <a:blipFill rotWithShape="1">
            <a:blip r:embed="rId6">
              <a:alphaModFix/>
            </a:blip>
            <a:stretch>
              <a:fillRect b="0" l="0" r="0" t="0"/>
            </a:stretch>
          </a:blipFill>
          <a:ln>
            <a:noFill/>
          </a:ln>
        </p:spPr>
      </p:sp>
      <p:sp>
        <p:nvSpPr>
          <p:cNvPr id="101" name="Google Shape;101;p2"/>
          <p:cNvSpPr/>
          <p:nvPr/>
        </p:nvSpPr>
        <p:spPr>
          <a:xfrm rot="121900">
            <a:off x="9414973" y="1880814"/>
            <a:ext cx="7637624" cy="6442741"/>
          </a:xfrm>
          <a:custGeom>
            <a:rect b="b" l="l" r="r" t="t"/>
            <a:pathLst>
              <a:path extrusionOk="0" h="6442741" w="7637624">
                <a:moveTo>
                  <a:pt x="0" y="0"/>
                </a:moveTo>
                <a:lnTo>
                  <a:pt x="7637623" y="0"/>
                </a:lnTo>
                <a:lnTo>
                  <a:pt x="7637623" y="6442741"/>
                </a:lnTo>
                <a:lnTo>
                  <a:pt x="0" y="6442741"/>
                </a:lnTo>
                <a:lnTo>
                  <a:pt x="0" y="0"/>
                </a:lnTo>
                <a:close/>
              </a:path>
            </a:pathLst>
          </a:custGeom>
          <a:blipFill rotWithShape="1">
            <a:blip r:embed="rId7">
              <a:alphaModFix/>
            </a:blip>
            <a:stretch>
              <a:fillRect b="0" l="-6235" r="-6235" t="0"/>
            </a:stretch>
          </a:blipFill>
          <a:ln>
            <a:noFill/>
          </a:ln>
        </p:spPr>
      </p:sp>
      <p:sp>
        <p:nvSpPr>
          <p:cNvPr id="102" name="Google Shape;102;p2"/>
          <p:cNvSpPr/>
          <p:nvPr/>
        </p:nvSpPr>
        <p:spPr>
          <a:xfrm rot="792084">
            <a:off x="-1356149" y="8996681"/>
            <a:ext cx="7315200" cy="1133856"/>
          </a:xfrm>
          <a:custGeom>
            <a:rect b="b" l="l" r="r" t="t"/>
            <a:pathLst>
              <a:path extrusionOk="0" h="1133856" w="7315200">
                <a:moveTo>
                  <a:pt x="0" y="0"/>
                </a:moveTo>
                <a:lnTo>
                  <a:pt x="7315200" y="0"/>
                </a:lnTo>
                <a:lnTo>
                  <a:pt x="7315200" y="1133856"/>
                </a:lnTo>
                <a:lnTo>
                  <a:pt x="0" y="1133856"/>
                </a:lnTo>
                <a:lnTo>
                  <a:pt x="0" y="0"/>
                </a:lnTo>
                <a:close/>
              </a:path>
            </a:pathLst>
          </a:custGeom>
          <a:blipFill rotWithShape="1">
            <a:blip r:embed="rId8">
              <a:alphaModFix/>
            </a:blip>
            <a:stretch>
              <a:fillRect b="0" l="0" r="0" t="0"/>
            </a:stretch>
          </a:blipFill>
          <a:ln>
            <a:noFill/>
          </a:ln>
        </p:spPr>
      </p:sp>
      <p:sp>
        <p:nvSpPr>
          <p:cNvPr id="103" name="Google Shape;103;p2"/>
          <p:cNvSpPr/>
          <p:nvPr/>
        </p:nvSpPr>
        <p:spPr>
          <a:xfrm>
            <a:off x="-1463591" y="-1574948"/>
            <a:ext cx="3765042" cy="4114800"/>
          </a:xfrm>
          <a:custGeom>
            <a:rect b="b" l="l" r="r" t="t"/>
            <a:pathLst>
              <a:path extrusionOk="0" h="4114800" w="3765042">
                <a:moveTo>
                  <a:pt x="0" y="0"/>
                </a:moveTo>
                <a:lnTo>
                  <a:pt x="3765042" y="0"/>
                </a:lnTo>
                <a:lnTo>
                  <a:pt x="3765042" y="4114800"/>
                </a:lnTo>
                <a:lnTo>
                  <a:pt x="0" y="4114800"/>
                </a:lnTo>
                <a:lnTo>
                  <a:pt x="0" y="0"/>
                </a:lnTo>
                <a:close/>
              </a:path>
            </a:pathLst>
          </a:custGeom>
          <a:blipFill rotWithShape="1">
            <a:blip r:embed="rId9">
              <a:alphaModFix/>
            </a:blip>
            <a:stretch>
              <a:fillRect b="0" l="0" r="0" t="0"/>
            </a:stretch>
          </a:blipFill>
          <a:ln>
            <a:noFill/>
          </a:ln>
        </p:spPr>
      </p:sp>
      <p:sp>
        <p:nvSpPr>
          <p:cNvPr id="104" name="Google Shape;104;p2"/>
          <p:cNvSpPr txBox="1"/>
          <p:nvPr/>
        </p:nvSpPr>
        <p:spPr>
          <a:xfrm>
            <a:off x="1271586" y="1121575"/>
            <a:ext cx="9440700" cy="1091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7090" u="none" cap="none" strike="noStrike">
                <a:solidFill>
                  <a:srgbClr val="BF5461"/>
                </a:solidFill>
                <a:latin typeface="Poppins Black"/>
                <a:ea typeface="Poppins Black"/>
                <a:cs typeface="Poppins Black"/>
                <a:sym typeface="Poppins Black"/>
              </a:rPr>
              <a:t>Role of Enzyme</a:t>
            </a:r>
            <a:endParaRPr/>
          </a:p>
        </p:txBody>
      </p:sp>
      <p:sp>
        <p:nvSpPr>
          <p:cNvPr id="105" name="Google Shape;105;p2"/>
          <p:cNvSpPr txBox="1"/>
          <p:nvPr/>
        </p:nvSpPr>
        <p:spPr>
          <a:xfrm>
            <a:off x="1271586" y="2341664"/>
            <a:ext cx="7579379" cy="6313599"/>
          </a:xfrm>
          <a:prstGeom prst="rect">
            <a:avLst/>
          </a:prstGeom>
          <a:noFill/>
          <a:ln>
            <a:noFill/>
          </a:ln>
        </p:spPr>
        <p:txBody>
          <a:bodyPr anchorCtr="0" anchor="t" bIns="0" lIns="0" spcFirstLastPara="1" rIns="0" wrap="square" tIns="0">
            <a:spAutoFit/>
          </a:bodyPr>
          <a:lstStyle/>
          <a:p>
            <a:pPr indent="0" lvl="0" marL="0" marR="0" rtl="0" algn="l">
              <a:lnSpc>
                <a:spcPct val="127984"/>
              </a:lnSpc>
              <a:spcBef>
                <a:spcPts val="0"/>
              </a:spcBef>
              <a:spcAft>
                <a:spcPts val="0"/>
              </a:spcAft>
              <a:buNone/>
            </a:pPr>
            <a:r>
              <a:rPr b="0" i="0" lang="en-US" sz="3895" u="none" cap="none" strike="noStrike">
                <a:solidFill>
                  <a:srgbClr val="CC2C4C"/>
                </a:solidFill>
                <a:latin typeface="Poppins"/>
                <a:ea typeface="Poppins"/>
                <a:cs typeface="Poppins"/>
                <a:sym typeface="Poppins"/>
              </a:rPr>
              <a:t>Cellulases are enzymes which break down β -1-4-glycosidic bonds present in polysaccharide cellulose, the main component of cotton fibres. It's used in the textile industry as a more sustainable and gentle alternative to traditional pumice stone washing.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6979" l="0" r="0" t="-106982"/>
            </a:stretch>
          </a:blipFill>
          <a:ln>
            <a:noFill/>
          </a:ln>
        </p:spPr>
      </p:sp>
      <p:sp>
        <p:nvSpPr>
          <p:cNvPr id="111" name="Google Shape;111;p3"/>
          <p:cNvSpPr/>
          <p:nvPr/>
        </p:nvSpPr>
        <p:spPr>
          <a:xfrm rot="10594137">
            <a:off x="2337881" y="1738566"/>
            <a:ext cx="8060292" cy="7723372"/>
          </a:xfrm>
          <a:custGeom>
            <a:rect b="b" l="l" r="r" t="t"/>
            <a:pathLst>
              <a:path extrusionOk="0" h="3186465" w="3325470">
                <a:moveTo>
                  <a:pt x="3314040" y="27940"/>
                </a:moveTo>
                <a:cubicBezTo>
                  <a:pt x="3305150" y="24130"/>
                  <a:pt x="3296260" y="21590"/>
                  <a:pt x="3287370" y="21590"/>
                </a:cubicBezTo>
                <a:cubicBezTo>
                  <a:pt x="3260700" y="20320"/>
                  <a:pt x="3211514" y="20320"/>
                  <a:pt x="3157461" y="17780"/>
                </a:cubicBezTo>
                <a:cubicBezTo>
                  <a:pt x="3033913" y="12700"/>
                  <a:pt x="2912938" y="6350"/>
                  <a:pt x="2789390" y="3810"/>
                </a:cubicBezTo>
                <a:cubicBezTo>
                  <a:pt x="2689006" y="1270"/>
                  <a:pt x="2591197" y="3810"/>
                  <a:pt x="2490814" y="2540"/>
                </a:cubicBezTo>
                <a:cubicBezTo>
                  <a:pt x="2447057" y="2540"/>
                  <a:pt x="2403300" y="0"/>
                  <a:pt x="2359544" y="2540"/>
                </a:cubicBezTo>
                <a:cubicBezTo>
                  <a:pt x="2254013" y="10160"/>
                  <a:pt x="2148482" y="11430"/>
                  <a:pt x="2040377" y="8890"/>
                </a:cubicBezTo>
                <a:cubicBezTo>
                  <a:pt x="1986324" y="7620"/>
                  <a:pt x="1932272" y="7620"/>
                  <a:pt x="1878219" y="7620"/>
                </a:cubicBezTo>
                <a:cubicBezTo>
                  <a:pt x="1780410" y="7620"/>
                  <a:pt x="1682601" y="7620"/>
                  <a:pt x="1584792" y="6350"/>
                </a:cubicBezTo>
                <a:cubicBezTo>
                  <a:pt x="1481834" y="5080"/>
                  <a:pt x="467707" y="2540"/>
                  <a:pt x="367324" y="1270"/>
                </a:cubicBezTo>
                <a:cubicBezTo>
                  <a:pt x="284958" y="0"/>
                  <a:pt x="205166" y="1270"/>
                  <a:pt x="122801" y="1270"/>
                </a:cubicBezTo>
                <a:cubicBezTo>
                  <a:pt x="66174" y="1270"/>
                  <a:pt x="33020" y="3810"/>
                  <a:pt x="5080" y="5080"/>
                </a:cubicBezTo>
                <a:cubicBezTo>
                  <a:pt x="3810" y="5080"/>
                  <a:pt x="2540" y="7620"/>
                  <a:pt x="0" y="8890"/>
                </a:cubicBezTo>
                <a:cubicBezTo>
                  <a:pt x="1270" y="21590"/>
                  <a:pt x="3810" y="34290"/>
                  <a:pt x="5080" y="46990"/>
                </a:cubicBezTo>
                <a:cubicBezTo>
                  <a:pt x="15240" y="166995"/>
                  <a:pt x="16510" y="307162"/>
                  <a:pt x="17780" y="444869"/>
                </a:cubicBezTo>
                <a:cubicBezTo>
                  <a:pt x="19050" y="585035"/>
                  <a:pt x="17780" y="725201"/>
                  <a:pt x="16510" y="867827"/>
                </a:cubicBezTo>
                <a:cubicBezTo>
                  <a:pt x="15240" y="1012911"/>
                  <a:pt x="2540" y="2535067"/>
                  <a:pt x="2540" y="2680152"/>
                </a:cubicBezTo>
                <a:cubicBezTo>
                  <a:pt x="2540" y="2822777"/>
                  <a:pt x="1270" y="2965402"/>
                  <a:pt x="0" y="3108028"/>
                </a:cubicBezTo>
                <a:cubicBezTo>
                  <a:pt x="0" y="3131855"/>
                  <a:pt x="3810" y="3142015"/>
                  <a:pt x="15240" y="3147095"/>
                </a:cubicBezTo>
                <a:cubicBezTo>
                  <a:pt x="22860" y="3150905"/>
                  <a:pt x="31750" y="3153445"/>
                  <a:pt x="40640" y="3154715"/>
                </a:cubicBezTo>
                <a:cubicBezTo>
                  <a:pt x="120227" y="3159795"/>
                  <a:pt x="218036" y="3163605"/>
                  <a:pt x="315845" y="3168685"/>
                </a:cubicBezTo>
                <a:cubicBezTo>
                  <a:pt x="369898" y="3171225"/>
                  <a:pt x="423950" y="3176305"/>
                  <a:pt x="478003" y="3177575"/>
                </a:cubicBezTo>
                <a:cubicBezTo>
                  <a:pt x="568090" y="3180115"/>
                  <a:pt x="1571922" y="3181385"/>
                  <a:pt x="1662009" y="3182655"/>
                </a:cubicBezTo>
                <a:cubicBezTo>
                  <a:pt x="1674879" y="3182655"/>
                  <a:pt x="1687749" y="3182655"/>
                  <a:pt x="1700618" y="3182655"/>
                </a:cubicBezTo>
                <a:cubicBezTo>
                  <a:pt x="1762392" y="3182655"/>
                  <a:pt x="1826741" y="3181385"/>
                  <a:pt x="1888515" y="3181385"/>
                </a:cubicBezTo>
                <a:cubicBezTo>
                  <a:pt x="1960585" y="3181385"/>
                  <a:pt x="2030081" y="3182655"/>
                  <a:pt x="2102151" y="3182655"/>
                </a:cubicBezTo>
                <a:cubicBezTo>
                  <a:pt x="2207682" y="3182655"/>
                  <a:pt x="2315787" y="3182655"/>
                  <a:pt x="2421318" y="3182655"/>
                </a:cubicBezTo>
                <a:cubicBezTo>
                  <a:pt x="2519127" y="3182655"/>
                  <a:pt x="2616936" y="3183925"/>
                  <a:pt x="2714746" y="3185195"/>
                </a:cubicBezTo>
                <a:cubicBezTo>
                  <a:pt x="2758502" y="3185195"/>
                  <a:pt x="2804833" y="3186465"/>
                  <a:pt x="2848590" y="3186465"/>
                </a:cubicBezTo>
                <a:cubicBezTo>
                  <a:pt x="2990156" y="3185195"/>
                  <a:pt x="3129148" y="3178845"/>
                  <a:pt x="3264510" y="3178845"/>
                </a:cubicBezTo>
                <a:cubicBezTo>
                  <a:pt x="3268320" y="3178845"/>
                  <a:pt x="3273400" y="3176305"/>
                  <a:pt x="3277210" y="3173765"/>
                </a:cubicBezTo>
                <a:cubicBezTo>
                  <a:pt x="3282290" y="3169955"/>
                  <a:pt x="3284830" y="3163605"/>
                  <a:pt x="3287370" y="3161065"/>
                </a:cubicBezTo>
                <a:cubicBezTo>
                  <a:pt x="3288640" y="3090814"/>
                  <a:pt x="3289910" y="2987534"/>
                  <a:pt x="3291180" y="2884253"/>
                </a:cubicBezTo>
                <a:cubicBezTo>
                  <a:pt x="3292450" y="2724415"/>
                  <a:pt x="3302610" y="1189963"/>
                  <a:pt x="3303880" y="1030124"/>
                </a:cubicBezTo>
                <a:cubicBezTo>
                  <a:pt x="3303880" y="934221"/>
                  <a:pt x="3305150" y="838318"/>
                  <a:pt x="3306420" y="742415"/>
                </a:cubicBezTo>
                <a:cubicBezTo>
                  <a:pt x="3307690" y="639134"/>
                  <a:pt x="3308960" y="535854"/>
                  <a:pt x="3311500" y="432574"/>
                </a:cubicBezTo>
                <a:cubicBezTo>
                  <a:pt x="3312770" y="371097"/>
                  <a:pt x="3312770" y="307162"/>
                  <a:pt x="3317850" y="245685"/>
                </a:cubicBezTo>
                <a:cubicBezTo>
                  <a:pt x="3322930" y="171913"/>
                  <a:pt x="3325470" y="100601"/>
                  <a:pt x="3324200" y="44450"/>
                </a:cubicBezTo>
                <a:cubicBezTo>
                  <a:pt x="3324200" y="38100"/>
                  <a:pt x="3320390" y="30480"/>
                  <a:pt x="3314040" y="27940"/>
                </a:cubicBezTo>
                <a:close/>
              </a:path>
            </a:pathLst>
          </a:custGeom>
          <a:solidFill>
            <a:srgbClr val="F9E2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rot="10800000">
            <a:off x="361168" y="349645"/>
            <a:ext cx="17511227" cy="9599188"/>
          </a:xfrm>
          <a:custGeom>
            <a:rect b="b" l="l" r="r" t="t"/>
            <a:pathLst>
              <a:path extrusionOk="0" h="3186465" w="5812879">
                <a:moveTo>
                  <a:pt x="5801449" y="27940"/>
                </a:moveTo>
                <a:cubicBezTo>
                  <a:pt x="5792559" y="24130"/>
                  <a:pt x="5783669" y="21590"/>
                  <a:pt x="5774779" y="21590"/>
                </a:cubicBezTo>
                <a:cubicBezTo>
                  <a:pt x="5748109" y="20320"/>
                  <a:pt x="5662425" y="20320"/>
                  <a:pt x="5566358" y="17780"/>
                </a:cubicBezTo>
                <a:cubicBezTo>
                  <a:pt x="5346776" y="12700"/>
                  <a:pt x="5131768" y="6350"/>
                  <a:pt x="4912186" y="3810"/>
                </a:cubicBezTo>
                <a:cubicBezTo>
                  <a:pt x="4733775" y="1270"/>
                  <a:pt x="4559939" y="3810"/>
                  <a:pt x="4381529" y="2540"/>
                </a:cubicBezTo>
                <a:cubicBezTo>
                  <a:pt x="4303760" y="2540"/>
                  <a:pt x="4225991" y="0"/>
                  <a:pt x="4148222" y="2540"/>
                </a:cubicBezTo>
                <a:cubicBezTo>
                  <a:pt x="3960663" y="10160"/>
                  <a:pt x="3773103" y="11430"/>
                  <a:pt x="3580968" y="8890"/>
                </a:cubicBezTo>
                <a:cubicBezTo>
                  <a:pt x="3484901" y="7620"/>
                  <a:pt x="3388833" y="7620"/>
                  <a:pt x="3292766" y="7620"/>
                </a:cubicBezTo>
                <a:cubicBezTo>
                  <a:pt x="3118930" y="7620"/>
                  <a:pt x="2945094" y="7620"/>
                  <a:pt x="2771259" y="6350"/>
                </a:cubicBezTo>
                <a:cubicBezTo>
                  <a:pt x="2588273" y="5080"/>
                  <a:pt x="785869" y="2540"/>
                  <a:pt x="607458" y="1270"/>
                </a:cubicBezTo>
                <a:cubicBezTo>
                  <a:pt x="461070" y="0"/>
                  <a:pt x="319256" y="1270"/>
                  <a:pt x="172868" y="1270"/>
                </a:cubicBezTo>
                <a:cubicBezTo>
                  <a:pt x="72226" y="1270"/>
                  <a:pt x="33020" y="3810"/>
                  <a:pt x="5080" y="5080"/>
                </a:cubicBezTo>
                <a:cubicBezTo>
                  <a:pt x="3810" y="5080"/>
                  <a:pt x="2540" y="7620"/>
                  <a:pt x="0" y="8890"/>
                </a:cubicBezTo>
                <a:cubicBezTo>
                  <a:pt x="1270" y="21590"/>
                  <a:pt x="3810" y="34290"/>
                  <a:pt x="5080" y="46990"/>
                </a:cubicBezTo>
                <a:cubicBezTo>
                  <a:pt x="15240" y="166995"/>
                  <a:pt x="16510" y="307162"/>
                  <a:pt x="17780" y="444869"/>
                </a:cubicBezTo>
                <a:cubicBezTo>
                  <a:pt x="19050" y="585035"/>
                  <a:pt x="17780" y="725201"/>
                  <a:pt x="16510" y="867827"/>
                </a:cubicBezTo>
                <a:cubicBezTo>
                  <a:pt x="15240" y="1012911"/>
                  <a:pt x="2540" y="2535067"/>
                  <a:pt x="2540" y="2680152"/>
                </a:cubicBezTo>
                <a:cubicBezTo>
                  <a:pt x="2540" y="2822777"/>
                  <a:pt x="1270" y="2965402"/>
                  <a:pt x="0" y="3108028"/>
                </a:cubicBezTo>
                <a:cubicBezTo>
                  <a:pt x="0" y="3131855"/>
                  <a:pt x="3810" y="3142015"/>
                  <a:pt x="15240" y="3147095"/>
                </a:cubicBezTo>
                <a:cubicBezTo>
                  <a:pt x="22860" y="3150905"/>
                  <a:pt x="31750" y="3153445"/>
                  <a:pt x="40640" y="3154715"/>
                </a:cubicBezTo>
                <a:cubicBezTo>
                  <a:pt x="168293" y="3159795"/>
                  <a:pt x="342129" y="3163605"/>
                  <a:pt x="515965" y="3168685"/>
                </a:cubicBezTo>
                <a:cubicBezTo>
                  <a:pt x="612033" y="3171225"/>
                  <a:pt x="708100" y="3176305"/>
                  <a:pt x="804167" y="3177575"/>
                </a:cubicBezTo>
                <a:cubicBezTo>
                  <a:pt x="964279" y="3180115"/>
                  <a:pt x="2748385" y="3181385"/>
                  <a:pt x="2908497" y="3182655"/>
                </a:cubicBezTo>
                <a:cubicBezTo>
                  <a:pt x="2931370" y="3182655"/>
                  <a:pt x="2954244" y="3182655"/>
                  <a:pt x="2977117" y="3182655"/>
                </a:cubicBezTo>
                <a:cubicBezTo>
                  <a:pt x="3086908" y="3182655"/>
                  <a:pt x="3201274" y="3181385"/>
                  <a:pt x="3311065" y="3181385"/>
                </a:cubicBezTo>
                <a:cubicBezTo>
                  <a:pt x="3439154" y="3181385"/>
                  <a:pt x="3562669" y="3182655"/>
                  <a:pt x="3690759" y="3182655"/>
                </a:cubicBezTo>
                <a:cubicBezTo>
                  <a:pt x="3878319" y="3182655"/>
                  <a:pt x="4070453" y="3182655"/>
                  <a:pt x="4258013" y="3182655"/>
                </a:cubicBezTo>
                <a:cubicBezTo>
                  <a:pt x="4431849" y="3182655"/>
                  <a:pt x="4605685" y="3183925"/>
                  <a:pt x="4779521" y="3185195"/>
                </a:cubicBezTo>
                <a:cubicBezTo>
                  <a:pt x="4857290" y="3185195"/>
                  <a:pt x="4939633" y="3186465"/>
                  <a:pt x="5017402" y="3186465"/>
                </a:cubicBezTo>
                <a:cubicBezTo>
                  <a:pt x="5269007" y="3185195"/>
                  <a:pt x="5516037" y="3178845"/>
                  <a:pt x="5751919" y="3178845"/>
                </a:cubicBezTo>
                <a:cubicBezTo>
                  <a:pt x="5755729" y="3178845"/>
                  <a:pt x="5760809" y="3176305"/>
                  <a:pt x="5764619" y="3173765"/>
                </a:cubicBezTo>
                <a:cubicBezTo>
                  <a:pt x="5769699" y="3169955"/>
                  <a:pt x="5772239" y="3163605"/>
                  <a:pt x="5774779" y="3161065"/>
                </a:cubicBezTo>
                <a:cubicBezTo>
                  <a:pt x="5776049" y="3090814"/>
                  <a:pt x="5777319" y="2987534"/>
                  <a:pt x="5778589" y="2884253"/>
                </a:cubicBezTo>
                <a:cubicBezTo>
                  <a:pt x="5779859" y="2724415"/>
                  <a:pt x="5790019" y="1189963"/>
                  <a:pt x="5791289" y="1030124"/>
                </a:cubicBezTo>
                <a:cubicBezTo>
                  <a:pt x="5791289" y="934221"/>
                  <a:pt x="5792559" y="838318"/>
                  <a:pt x="5793829" y="742415"/>
                </a:cubicBezTo>
                <a:cubicBezTo>
                  <a:pt x="5795099" y="639134"/>
                  <a:pt x="5796369" y="535854"/>
                  <a:pt x="5798909" y="432574"/>
                </a:cubicBezTo>
                <a:cubicBezTo>
                  <a:pt x="5800179" y="371097"/>
                  <a:pt x="5800179" y="307162"/>
                  <a:pt x="5805259" y="245685"/>
                </a:cubicBezTo>
                <a:cubicBezTo>
                  <a:pt x="5810339" y="171913"/>
                  <a:pt x="5812879" y="100601"/>
                  <a:pt x="5811609" y="44450"/>
                </a:cubicBezTo>
                <a:cubicBezTo>
                  <a:pt x="5811609" y="38100"/>
                  <a:pt x="5807799" y="30480"/>
                  <a:pt x="5801449" y="27940"/>
                </a:cubicBezTo>
                <a:close/>
              </a:path>
            </a:pathLst>
          </a:custGeom>
          <a:solidFill>
            <a:srgbClr val="BF5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txBox="1"/>
          <p:nvPr/>
        </p:nvSpPr>
        <p:spPr>
          <a:xfrm>
            <a:off x="620616" y="1827259"/>
            <a:ext cx="10172100" cy="8187300"/>
          </a:xfrm>
          <a:prstGeom prst="rect">
            <a:avLst/>
          </a:prstGeom>
          <a:noFill/>
          <a:ln>
            <a:noFill/>
          </a:ln>
        </p:spPr>
        <p:txBody>
          <a:bodyPr anchorCtr="0" anchor="t" bIns="0" lIns="0" spcFirstLastPara="1" rIns="0" wrap="square" tIns="0">
            <a:spAutoFit/>
          </a:bodyPr>
          <a:lstStyle/>
          <a:p>
            <a:pPr indent="0" lvl="0" marL="0" marR="0" rtl="0" algn="l">
              <a:lnSpc>
                <a:spcPct val="127994"/>
              </a:lnSpc>
              <a:spcBef>
                <a:spcPts val="0"/>
              </a:spcBef>
              <a:spcAft>
                <a:spcPts val="0"/>
              </a:spcAft>
              <a:buNone/>
            </a:pPr>
            <a:r>
              <a:rPr b="0" i="0" lang="en-US" sz="2622" u="none" cap="none" strike="noStrike">
                <a:solidFill>
                  <a:srgbClr val="FFF5ED"/>
                </a:solidFill>
                <a:latin typeface="Poppins"/>
                <a:ea typeface="Poppins"/>
                <a:cs typeface="Poppins"/>
                <a:sym typeface="Poppins"/>
              </a:rPr>
              <a:t>The process, known as </a:t>
            </a:r>
            <a:r>
              <a:rPr b="1" i="0" lang="en-US" sz="2622" u="none" cap="none" strike="noStrike">
                <a:solidFill>
                  <a:srgbClr val="FFF5ED"/>
                </a:solidFill>
                <a:latin typeface="Poppins"/>
                <a:ea typeface="Poppins"/>
                <a:cs typeface="Poppins"/>
                <a:sym typeface="Poppins"/>
              </a:rPr>
              <a:t>bio-stoning</a:t>
            </a:r>
            <a:r>
              <a:rPr b="0" i="0" lang="en-US" sz="2622" u="none" cap="none" strike="noStrike">
                <a:solidFill>
                  <a:srgbClr val="FFF5ED"/>
                </a:solidFill>
                <a:latin typeface="Poppins"/>
                <a:ea typeface="Poppins"/>
                <a:cs typeface="Poppins"/>
                <a:sym typeface="Poppins"/>
              </a:rPr>
              <a:t> or </a:t>
            </a:r>
            <a:r>
              <a:rPr b="1" i="0" lang="en-US" sz="2622" u="none" cap="none" strike="noStrike">
                <a:solidFill>
                  <a:srgbClr val="FFF5ED"/>
                </a:solidFill>
                <a:latin typeface="Poppins"/>
                <a:ea typeface="Poppins"/>
                <a:cs typeface="Poppins"/>
                <a:sym typeface="Poppins"/>
              </a:rPr>
              <a:t>enzyme washing</a:t>
            </a:r>
            <a:r>
              <a:rPr b="0" i="0" lang="en-US" sz="2622" u="none" cap="none" strike="noStrike">
                <a:solidFill>
                  <a:srgbClr val="FFF5ED"/>
                </a:solidFill>
                <a:latin typeface="Poppins"/>
                <a:ea typeface="Poppins"/>
                <a:cs typeface="Poppins"/>
                <a:sym typeface="Poppins"/>
              </a:rPr>
              <a:t>, uses a large industrial washing machine.</a:t>
            </a:r>
            <a:endParaRPr sz="1300"/>
          </a:p>
          <a:p>
            <a:pPr indent="-287542" lvl="1" marL="587783" marR="0" rtl="0" algn="l">
              <a:lnSpc>
                <a:spcPct val="127994"/>
              </a:lnSpc>
              <a:spcBef>
                <a:spcPts val="0"/>
              </a:spcBef>
              <a:spcAft>
                <a:spcPts val="0"/>
              </a:spcAft>
              <a:buClr>
                <a:srgbClr val="FFF5ED"/>
              </a:buClr>
              <a:buSzPts val="2622"/>
              <a:buFont typeface="Poppins"/>
              <a:buAutoNum type="arabicPeriod"/>
            </a:pPr>
            <a:r>
              <a:rPr b="1" i="0" lang="en-US" sz="2622" u="none" cap="none" strike="noStrike">
                <a:solidFill>
                  <a:srgbClr val="FFF5ED"/>
                </a:solidFill>
                <a:latin typeface="Poppins"/>
                <a:ea typeface="Poppins"/>
                <a:cs typeface="Poppins"/>
                <a:sym typeface="Poppins"/>
              </a:rPr>
              <a:t>Preparation</a:t>
            </a:r>
            <a:r>
              <a:rPr b="0" i="0" lang="en-US" sz="2622" u="none" cap="none" strike="noStrike">
                <a:solidFill>
                  <a:srgbClr val="FFF5ED"/>
                </a:solidFill>
                <a:latin typeface="Poppins"/>
                <a:ea typeface="Poppins"/>
                <a:cs typeface="Poppins"/>
                <a:sym typeface="Poppins"/>
              </a:rPr>
              <a:t>: Denim garments are placed in the machine with a water bath containing the cellulase enzyme.</a:t>
            </a:r>
            <a:endParaRPr sz="1300"/>
          </a:p>
          <a:p>
            <a:pPr indent="-287542" lvl="1" marL="587783" marR="0" rtl="0" algn="l">
              <a:lnSpc>
                <a:spcPct val="127994"/>
              </a:lnSpc>
              <a:spcBef>
                <a:spcPts val="0"/>
              </a:spcBef>
              <a:spcAft>
                <a:spcPts val="0"/>
              </a:spcAft>
              <a:buClr>
                <a:srgbClr val="FFF5ED"/>
              </a:buClr>
              <a:buSzPts val="2622"/>
              <a:buFont typeface="Poppins"/>
              <a:buAutoNum type="arabicPeriod"/>
            </a:pPr>
            <a:r>
              <a:rPr b="1" i="0" lang="en-US" sz="2622" u="none" cap="none" strike="noStrike">
                <a:solidFill>
                  <a:srgbClr val="FFF5ED"/>
                </a:solidFill>
                <a:latin typeface="Poppins"/>
                <a:ea typeface="Poppins"/>
                <a:cs typeface="Poppins"/>
                <a:sym typeface="Poppins"/>
              </a:rPr>
              <a:t>Enzyme Action</a:t>
            </a:r>
            <a:r>
              <a:rPr b="0" i="0" lang="en-US" sz="2622" u="none" cap="none" strike="noStrike">
                <a:solidFill>
                  <a:srgbClr val="FFF5ED"/>
                </a:solidFill>
                <a:latin typeface="Poppins"/>
                <a:ea typeface="Poppins"/>
                <a:cs typeface="Poppins"/>
                <a:sym typeface="Poppins"/>
              </a:rPr>
              <a:t>: The drum tumbles the jeans, allowing the cellulase to gently break down the surface fibers and the indigo dye on them, creating a faded, worn-in look.</a:t>
            </a:r>
            <a:endParaRPr sz="1300"/>
          </a:p>
          <a:p>
            <a:pPr indent="-385505" lvl="2" marL="1175566" marR="0" rtl="0" algn="l">
              <a:lnSpc>
                <a:spcPct val="127994"/>
              </a:lnSpc>
              <a:spcBef>
                <a:spcPts val="0"/>
              </a:spcBef>
              <a:spcAft>
                <a:spcPts val="0"/>
              </a:spcAft>
              <a:buClr>
                <a:srgbClr val="FFF5ED"/>
              </a:buClr>
              <a:buSzPts val="2622"/>
              <a:buFont typeface="Poppins"/>
              <a:buAutoNum type="alphaLcPeriod"/>
            </a:pPr>
            <a:r>
              <a:rPr b="0" i="0" lang="en-US" sz="2622" u="none" cap="none" strike="noStrike">
                <a:solidFill>
                  <a:srgbClr val="FFF5ED"/>
                </a:solidFill>
                <a:latin typeface="Poppins"/>
                <a:ea typeface="Poppins"/>
                <a:cs typeface="Poppins"/>
                <a:sym typeface="Poppins"/>
              </a:rPr>
              <a:t>Acid Cellulase works at a pH of 4.5–5.5 and about 50°C.</a:t>
            </a:r>
            <a:endParaRPr sz="1300"/>
          </a:p>
          <a:p>
            <a:pPr indent="-385505" lvl="2" marL="1175566" marR="0" rtl="0" algn="l">
              <a:lnSpc>
                <a:spcPct val="127994"/>
              </a:lnSpc>
              <a:spcBef>
                <a:spcPts val="0"/>
              </a:spcBef>
              <a:spcAft>
                <a:spcPts val="0"/>
              </a:spcAft>
              <a:buClr>
                <a:srgbClr val="FFF5ED"/>
              </a:buClr>
              <a:buSzPts val="2622"/>
              <a:buFont typeface="Poppins"/>
              <a:buAutoNum type="alphaLcPeriod"/>
            </a:pPr>
            <a:r>
              <a:rPr b="0" i="0" lang="en-US" sz="2622" u="none" cap="none" strike="noStrike">
                <a:solidFill>
                  <a:srgbClr val="FFF5ED"/>
                </a:solidFill>
                <a:latin typeface="Poppins"/>
                <a:ea typeface="Poppins"/>
                <a:cs typeface="Poppins"/>
                <a:sym typeface="Poppins"/>
              </a:rPr>
              <a:t>Neutral Cellulase works at a pH of 6-8 and about 60°C.</a:t>
            </a:r>
            <a:endParaRPr sz="1300"/>
          </a:p>
          <a:p>
            <a:pPr indent="-287542" lvl="1" marL="587783" marR="0" rtl="0" algn="l">
              <a:lnSpc>
                <a:spcPct val="127994"/>
              </a:lnSpc>
              <a:spcBef>
                <a:spcPts val="0"/>
              </a:spcBef>
              <a:spcAft>
                <a:spcPts val="0"/>
              </a:spcAft>
              <a:buClr>
                <a:srgbClr val="FFF5ED"/>
              </a:buClr>
              <a:buSzPts val="2622"/>
              <a:buFont typeface="Poppins"/>
              <a:buAutoNum type="arabicPeriod"/>
            </a:pPr>
            <a:r>
              <a:rPr b="1" i="0" lang="en-US" sz="2622" u="none" cap="none" strike="noStrike">
                <a:solidFill>
                  <a:srgbClr val="FFF5ED"/>
                </a:solidFill>
                <a:latin typeface="Poppins"/>
                <a:ea typeface="Poppins"/>
                <a:cs typeface="Poppins"/>
                <a:sym typeface="Poppins"/>
              </a:rPr>
              <a:t>Deactivation</a:t>
            </a:r>
            <a:r>
              <a:rPr b="0" i="0" lang="en-US" sz="2622" u="none" cap="none" strike="noStrike">
                <a:solidFill>
                  <a:srgbClr val="FFF5ED"/>
                </a:solidFill>
                <a:latin typeface="Poppins"/>
                <a:ea typeface="Poppins"/>
                <a:cs typeface="Poppins"/>
                <a:sym typeface="Poppins"/>
              </a:rPr>
              <a:t>: Once the desired fading is achieved, the reaction is stopped by raising the pH or temperature to inactivate the enzyme.</a:t>
            </a:r>
            <a:endParaRPr sz="1300"/>
          </a:p>
          <a:p>
            <a:pPr indent="-293892" lvl="1" marL="587783" marR="0" rtl="0" algn="l">
              <a:lnSpc>
                <a:spcPct val="127994"/>
              </a:lnSpc>
              <a:spcBef>
                <a:spcPts val="0"/>
              </a:spcBef>
              <a:spcAft>
                <a:spcPts val="0"/>
              </a:spcAft>
              <a:buClr>
                <a:srgbClr val="FFF5ED"/>
              </a:buClr>
              <a:buSzPts val="2722"/>
              <a:buFont typeface="Poppins"/>
              <a:buAutoNum type="arabicPeriod"/>
            </a:pPr>
            <a:r>
              <a:rPr b="1" i="0" lang="en-US" sz="2722" u="none" cap="none" strike="noStrike">
                <a:solidFill>
                  <a:srgbClr val="FFF5ED"/>
                </a:solidFill>
                <a:latin typeface="Poppins"/>
                <a:ea typeface="Poppins"/>
                <a:cs typeface="Poppins"/>
                <a:sym typeface="Poppins"/>
              </a:rPr>
              <a:t>Rinsing</a:t>
            </a:r>
            <a:r>
              <a:rPr b="0" i="0" lang="en-US" sz="2722" u="none" cap="none" strike="noStrike">
                <a:solidFill>
                  <a:srgbClr val="FFF5ED"/>
                </a:solidFill>
                <a:latin typeface="Poppins"/>
                <a:ea typeface="Poppins"/>
                <a:cs typeface="Poppins"/>
                <a:sym typeface="Poppins"/>
              </a:rPr>
              <a:t>: The jeans are then rinsed to remove the enzyme and any loose dye.</a:t>
            </a:r>
            <a:endParaRPr/>
          </a:p>
        </p:txBody>
      </p:sp>
      <p:sp>
        <p:nvSpPr>
          <p:cNvPr id="114" name="Google Shape;114;p3"/>
          <p:cNvSpPr/>
          <p:nvPr/>
        </p:nvSpPr>
        <p:spPr>
          <a:xfrm rot="-255150">
            <a:off x="10133896" y="1943836"/>
            <a:ext cx="8583172" cy="8035995"/>
          </a:xfrm>
          <a:custGeom>
            <a:rect b="b" l="l" r="r" t="t"/>
            <a:pathLst>
              <a:path extrusionOk="0" h="8035995" w="8583172">
                <a:moveTo>
                  <a:pt x="0" y="0"/>
                </a:moveTo>
                <a:lnTo>
                  <a:pt x="8583173" y="0"/>
                </a:lnTo>
                <a:lnTo>
                  <a:pt x="8583173" y="8035995"/>
                </a:lnTo>
                <a:lnTo>
                  <a:pt x="0" y="8035995"/>
                </a:lnTo>
                <a:lnTo>
                  <a:pt x="0" y="0"/>
                </a:lnTo>
                <a:close/>
              </a:path>
            </a:pathLst>
          </a:custGeom>
          <a:blipFill rotWithShape="1">
            <a:blip r:embed="rId4">
              <a:alphaModFix/>
            </a:blip>
            <a:stretch>
              <a:fillRect b="0" l="0" r="0" t="0"/>
            </a:stretch>
          </a:blipFill>
          <a:ln>
            <a:noFill/>
          </a:ln>
        </p:spPr>
      </p:sp>
      <p:sp>
        <p:nvSpPr>
          <p:cNvPr id="115" name="Google Shape;115;p3"/>
          <p:cNvSpPr/>
          <p:nvPr/>
        </p:nvSpPr>
        <p:spPr>
          <a:xfrm rot="579512">
            <a:off x="11358832" y="5955178"/>
            <a:ext cx="5128268" cy="3262052"/>
          </a:xfrm>
          <a:custGeom>
            <a:rect b="b" l="l" r="r" t="t"/>
            <a:pathLst>
              <a:path extrusionOk="0" h="3262052" w="5128268">
                <a:moveTo>
                  <a:pt x="0" y="0"/>
                </a:moveTo>
                <a:lnTo>
                  <a:pt x="5128268" y="0"/>
                </a:lnTo>
                <a:lnTo>
                  <a:pt x="5128268" y="3262052"/>
                </a:lnTo>
                <a:lnTo>
                  <a:pt x="0" y="3262052"/>
                </a:lnTo>
                <a:lnTo>
                  <a:pt x="0" y="0"/>
                </a:lnTo>
                <a:close/>
              </a:path>
            </a:pathLst>
          </a:custGeom>
          <a:blipFill rotWithShape="1">
            <a:blip r:embed="rId5">
              <a:alphaModFix/>
            </a:blip>
            <a:stretch>
              <a:fillRect b="0" l="-54298" r="-67583" t="-19037"/>
            </a:stretch>
          </a:blipFill>
          <a:ln>
            <a:noFill/>
          </a:ln>
        </p:spPr>
      </p:sp>
      <p:sp>
        <p:nvSpPr>
          <p:cNvPr id="116" name="Google Shape;116;p3"/>
          <p:cNvSpPr/>
          <p:nvPr/>
        </p:nvSpPr>
        <p:spPr>
          <a:xfrm rot="-867320">
            <a:off x="10951840" y="6658436"/>
            <a:ext cx="1052739" cy="2734388"/>
          </a:xfrm>
          <a:custGeom>
            <a:rect b="b" l="l" r="r" t="t"/>
            <a:pathLst>
              <a:path extrusionOk="0" h="2734388" w="1052739">
                <a:moveTo>
                  <a:pt x="0" y="0"/>
                </a:moveTo>
                <a:lnTo>
                  <a:pt x="1052739" y="0"/>
                </a:lnTo>
                <a:lnTo>
                  <a:pt x="1052739" y="2734388"/>
                </a:lnTo>
                <a:lnTo>
                  <a:pt x="0" y="2734388"/>
                </a:lnTo>
                <a:lnTo>
                  <a:pt x="0" y="0"/>
                </a:lnTo>
                <a:close/>
              </a:path>
            </a:pathLst>
          </a:custGeom>
          <a:blipFill rotWithShape="1">
            <a:blip r:embed="rId6">
              <a:alphaModFix/>
            </a:blip>
            <a:stretch>
              <a:fillRect b="0" l="0" r="0" t="0"/>
            </a:stretch>
          </a:blipFill>
          <a:ln>
            <a:noFill/>
          </a:ln>
        </p:spPr>
      </p:sp>
      <p:sp>
        <p:nvSpPr>
          <p:cNvPr id="117" name="Google Shape;117;p3"/>
          <p:cNvSpPr/>
          <p:nvPr/>
        </p:nvSpPr>
        <p:spPr>
          <a:xfrm rot="2373957">
            <a:off x="15511915" y="7381376"/>
            <a:ext cx="1052739" cy="2734388"/>
          </a:xfrm>
          <a:custGeom>
            <a:rect b="b" l="l" r="r" t="t"/>
            <a:pathLst>
              <a:path extrusionOk="0" h="2734388" w="1052739">
                <a:moveTo>
                  <a:pt x="0" y="0"/>
                </a:moveTo>
                <a:lnTo>
                  <a:pt x="1052740" y="0"/>
                </a:lnTo>
                <a:lnTo>
                  <a:pt x="1052740" y="2734388"/>
                </a:lnTo>
                <a:lnTo>
                  <a:pt x="0" y="2734388"/>
                </a:lnTo>
                <a:lnTo>
                  <a:pt x="0" y="0"/>
                </a:lnTo>
                <a:close/>
              </a:path>
            </a:pathLst>
          </a:custGeom>
          <a:blipFill rotWithShape="1">
            <a:blip r:embed="rId7">
              <a:alphaModFix/>
            </a:blip>
            <a:stretch>
              <a:fillRect b="0" l="0" r="0" t="0"/>
            </a:stretch>
          </a:blipFill>
          <a:ln>
            <a:noFill/>
          </a:ln>
        </p:spPr>
      </p:sp>
      <p:sp>
        <p:nvSpPr>
          <p:cNvPr id="118" name="Google Shape;118;p3"/>
          <p:cNvSpPr/>
          <p:nvPr/>
        </p:nvSpPr>
        <p:spPr>
          <a:xfrm rot="2267479">
            <a:off x="12884653" y="7053715"/>
            <a:ext cx="1894754" cy="1736069"/>
          </a:xfrm>
          <a:custGeom>
            <a:rect b="b" l="l" r="r" t="t"/>
            <a:pathLst>
              <a:path extrusionOk="0" h="1736069" w="1894754">
                <a:moveTo>
                  <a:pt x="0" y="0"/>
                </a:moveTo>
                <a:lnTo>
                  <a:pt x="1894755" y="0"/>
                </a:lnTo>
                <a:lnTo>
                  <a:pt x="1894755" y="1736069"/>
                </a:lnTo>
                <a:lnTo>
                  <a:pt x="0" y="1736069"/>
                </a:lnTo>
                <a:lnTo>
                  <a:pt x="0" y="0"/>
                </a:lnTo>
                <a:close/>
              </a:path>
            </a:pathLst>
          </a:custGeom>
          <a:blipFill rotWithShape="1">
            <a:blip r:embed="rId8">
              <a:alphaModFix/>
            </a:blip>
            <a:stretch>
              <a:fillRect b="0" l="0" r="0" t="0"/>
            </a:stretch>
          </a:blipFill>
          <a:ln>
            <a:noFill/>
          </a:ln>
        </p:spPr>
      </p:sp>
      <p:sp>
        <p:nvSpPr>
          <p:cNvPr id="119" name="Google Shape;119;p3"/>
          <p:cNvSpPr/>
          <p:nvPr/>
        </p:nvSpPr>
        <p:spPr>
          <a:xfrm>
            <a:off x="0" y="-2747657"/>
            <a:ext cx="12006599" cy="4622541"/>
          </a:xfrm>
          <a:custGeom>
            <a:rect b="b" l="l" r="r" t="t"/>
            <a:pathLst>
              <a:path extrusionOk="0" h="4622541" w="12006599">
                <a:moveTo>
                  <a:pt x="0" y="0"/>
                </a:moveTo>
                <a:lnTo>
                  <a:pt x="12006599" y="0"/>
                </a:lnTo>
                <a:lnTo>
                  <a:pt x="12006599" y="4622541"/>
                </a:lnTo>
                <a:lnTo>
                  <a:pt x="0" y="4622541"/>
                </a:lnTo>
                <a:lnTo>
                  <a:pt x="0" y="0"/>
                </a:lnTo>
                <a:close/>
              </a:path>
            </a:pathLst>
          </a:custGeom>
          <a:blipFill rotWithShape="1">
            <a:blip r:embed="rId9">
              <a:alphaModFix/>
            </a:blip>
            <a:stretch>
              <a:fillRect b="0" l="0" r="0" t="0"/>
            </a:stretch>
          </a:blipFill>
          <a:ln>
            <a:noFill/>
          </a:ln>
        </p:spPr>
      </p:sp>
      <p:sp>
        <p:nvSpPr>
          <p:cNvPr id="120" name="Google Shape;120;p3"/>
          <p:cNvSpPr/>
          <p:nvPr/>
        </p:nvSpPr>
        <p:spPr>
          <a:xfrm rot="-1501624">
            <a:off x="15557556" y="64898"/>
            <a:ext cx="2922294" cy="2370711"/>
          </a:xfrm>
          <a:custGeom>
            <a:rect b="b" l="l" r="r" t="t"/>
            <a:pathLst>
              <a:path extrusionOk="0" h="2370711" w="2922294">
                <a:moveTo>
                  <a:pt x="0" y="0"/>
                </a:moveTo>
                <a:lnTo>
                  <a:pt x="2922294" y="0"/>
                </a:lnTo>
                <a:lnTo>
                  <a:pt x="2922294" y="2370711"/>
                </a:lnTo>
                <a:lnTo>
                  <a:pt x="0" y="2370711"/>
                </a:lnTo>
                <a:lnTo>
                  <a:pt x="0" y="0"/>
                </a:lnTo>
                <a:close/>
              </a:path>
            </a:pathLst>
          </a:custGeom>
          <a:blipFill rotWithShape="1">
            <a:blip r:embed="rId10">
              <a:alphaModFix/>
            </a:blip>
            <a:stretch>
              <a:fillRect b="0" l="0" r="0" t="0"/>
            </a:stretch>
          </a:blipFill>
          <a:ln>
            <a:noFill/>
          </a:ln>
        </p:spPr>
      </p:sp>
      <p:sp>
        <p:nvSpPr>
          <p:cNvPr id="121" name="Google Shape;121;p3"/>
          <p:cNvSpPr/>
          <p:nvPr/>
        </p:nvSpPr>
        <p:spPr>
          <a:xfrm rot="1059792">
            <a:off x="12839846" y="3319"/>
            <a:ext cx="2166240" cy="2093130"/>
          </a:xfrm>
          <a:custGeom>
            <a:rect b="b" l="l" r="r" t="t"/>
            <a:pathLst>
              <a:path extrusionOk="0" h="2093130" w="2166240">
                <a:moveTo>
                  <a:pt x="0" y="0"/>
                </a:moveTo>
                <a:lnTo>
                  <a:pt x="2166240" y="0"/>
                </a:lnTo>
                <a:lnTo>
                  <a:pt x="2166240" y="2093129"/>
                </a:lnTo>
                <a:lnTo>
                  <a:pt x="0" y="2093129"/>
                </a:lnTo>
                <a:lnTo>
                  <a:pt x="0" y="0"/>
                </a:lnTo>
                <a:close/>
              </a:path>
            </a:pathLst>
          </a:custGeom>
          <a:blipFill rotWithShape="1">
            <a:blip r:embed="rId11">
              <a:alphaModFix/>
            </a:blip>
            <a:stretch>
              <a:fillRect b="0" l="0" r="0" t="0"/>
            </a:stretch>
          </a:blipFill>
          <a:ln>
            <a:noFill/>
          </a:ln>
        </p:spPr>
      </p:sp>
      <p:sp>
        <p:nvSpPr>
          <p:cNvPr id="122" name="Google Shape;122;p3"/>
          <p:cNvSpPr/>
          <p:nvPr/>
        </p:nvSpPr>
        <p:spPr>
          <a:xfrm rot="-409287">
            <a:off x="10558810" y="161783"/>
            <a:ext cx="1838799" cy="1733835"/>
          </a:xfrm>
          <a:custGeom>
            <a:rect b="b" l="l" r="r" t="t"/>
            <a:pathLst>
              <a:path extrusionOk="0" h="1733835" w="1838799">
                <a:moveTo>
                  <a:pt x="0" y="0"/>
                </a:moveTo>
                <a:lnTo>
                  <a:pt x="1838799" y="0"/>
                </a:lnTo>
                <a:lnTo>
                  <a:pt x="1838799" y="1733834"/>
                </a:lnTo>
                <a:lnTo>
                  <a:pt x="0" y="1733834"/>
                </a:lnTo>
                <a:lnTo>
                  <a:pt x="0" y="0"/>
                </a:lnTo>
                <a:close/>
              </a:path>
            </a:pathLst>
          </a:custGeom>
          <a:blipFill rotWithShape="1">
            <a:blip r:embed="rId12">
              <a:alphaModFix/>
            </a:blip>
            <a:stretch>
              <a:fillRect b="0" l="0" r="0" t="0"/>
            </a:stretch>
          </a:blipFill>
          <a:ln>
            <a:noFill/>
          </a:ln>
        </p:spPr>
      </p:sp>
      <p:sp>
        <p:nvSpPr>
          <p:cNvPr id="123" name="Google Shape;123;p3"/>
          <p:cNvSpPr txBox="1"/>
          <p:nvPr/>
        </p:nvSpPr>
        <p:spPr>
          <a:xfrm>
            <a:off x="782541" y="132443"/>
            <a:ext cx="10695668" cy="131978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7290" u="none" cap="none" strike="noStrike">
                <a:solidFill>
                  <a:srgbClr val="F9E2CF"/>
                </a:solidFill>
                <a:latin typeface="Poppins Black"/>
                <a:ea typeface="Poppins Black"/>
                <a:cs typeface="Poppins Black"/>
                <a:sym typeface="Poppins Black"/>
              </a:rPr>
              <a:t>Process Conditions</a:t>
            </a:r>
            <a:endParaRPr/>
          </a:p>
        </p:txBody>
      </p:sp>
      <p:sp>
        <p:nvSpPr>
          <p:cNvPr id="124" name="Google Shape;124;p3"/>
          <p:cNvSpPr txBox="1"/>
          <p:nvPr/>
        </p:nvSpPr>
        <p:spPr>
          <a:xfrm rot="553013">
            <a:off x="11541997" y="4363175"/>
            <a:ext cx="5780700" cy="1474370"/>
          </a:xfrm>
          <a:prstGeom prst="rect">
            <a:avLst/>
          </a:prstGeom>
          <a:noFill/>
          <a:ln>
            <a:noFill/>
          </a:ln>
        </p:spPr>
        <p:txBody>
          <a:bodyPr anchorCtr="0" anchor="t" bIns="0" lIns="0" spcFirstLastPara="1" rIns="0" wrap="square" tIns="0">
            <a:spAutoFit/>
          </a:bodyPr>
          <a:lstStyle/>
          <a:p>
            <a:pPr indent="0" lvl="0" marL="0" marR="0" rtl="0" algn="ctr">
              <a:lnSpc>
                <a:spcPct val="140043"/>
              </a:lnSpc>
              <a:spcBef>
                <a:spcPts val="0"/>
              </a:spcBef>
              <a:spcAft>
                <a:spcPts val="0"/>
              </a:spcAft>
              <a:buNone/>
            </a:pPr>
            <a:r>
              <a:rPr b="0" i="0" lang="en-US" sz="2787" u="none" cap="none" strike="noStrike">
                <a:solidFill>
                  <a:srgbClr val="000000"/>
                </a:solidFill>
                <a:latin typeface="Poppins"/>
                <a:ea typeface="Poppins"/>
                <a:cs typeface="Poppins"/>
                <a:sym typeface="Poppins"/>
              </a:rPr>
              <a:t>(A)Raw (Indigo) dyed denim</a:t>
            </a:r>
            <a:endParaRPr/>
          </a:p>
          <a:p>
            <a:pPr indent="0" lvl="0" marL="0" marR="0" rtl="0" algn="ctr">
              <a:lnSpc>
                <a:spcPct val="140043"/>
              </a:lnSpc>
              <a:spcBef>
                <a:spcPts val="0"/>
              </a:spcBef>
              <a:spcAft>
                <a:spcPts val="0"/>
              </a:spcAft>
              <a:buNone/>
            </a:pPr>
            <a:r>
              <a:rPr b="0" i="0" lang="en-US" sz="2787" u="none" cap="none" strike="noStrike">
                <a:solidFill>
                  <a:srgbClr val="000000"/>
                </a:solidFill>
                <a:latin typeface="Poppins"/>
                <a:ea typeface="Poppins"/>
                <a:cs typeface="Poppins"/>
                <a:sym typeface="Poppins"/>
              </a:rPr>
              <a:t>(B)Bio-stoned denim using 1% cellulose</a:t>
            </a:r>
            <a:endParaRPr/>
          </a:p>
        </p:txBody>
      </p:sp>
      <p:sp>
        <p:nvSpPr>
          <p:cNvPr id="125" name="Google Shape;125;p3"/>
          <p:cNvSpPr txBox="1"/>
          <p:nvPr/>
        </p:nvSpPr>
        <p:spPr>
          <a:xfrm rot="530531">
            <a:off x="11456092" y="3360812"/>
            <a:ext cx="6404031" cy="95960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5345" u="none" cap="none" strike="noStrike">
                <a:solidFill>
                  <a:srgbClr val="BF5461"/>
                </a:solidFill>
                <a:latin typeface="Poppins Black"/>
                <a:ea typeface="Poppins Black"/>
                <a:cs typeface="Poppins Black"/>
                <a:sym typeface="Poppins Black"/>
              </a:rPr>
              <a:t>The Product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6979" l="0" r="0" t="-106982"/>
            </a:stretch>
          </a:blipFill>
          <a:ln>
            <a:noFill/>
          </a:ln>
        </p:spPr>
      </p:sp>
      <p:sp>
        <p:nvSpPr>
          <p:cNvPr id="131" name="Google Shape;131;p4"/>
          <p:cNvSpPr/>
          <p:nvPr/>
        </p:nvSpPr>
        <p:spPr>
          <a:xfrm rot="-5847775">
            <a:off x="14514960" y="-1866738"/>
            <a:ext cx="6985330" cy="7124670"/>
          </a:xfrm>
          <a:custGeom>
            <a:rect b="b" l="l" r="r" t="t"/>
            <a:pathLst>
              <a:path extrusionOk="0" h="7124670" w="6985330">
                <a:moveTo>
                  <a:pt x="0" y="0"/>
                </a:moveTo>
                <a:lnTo>
                  <a:pt x="6985329" y="0"/>
                </a:lnTo>
                <a:lnTo>
                  <a:pt x="6985329" y="7124670"/>
                </a:lnTo>
                <a:lnTo>
                  <a:pt x="0" y="7124670"/>
                </a:lnTo>
                <a:lnTo>
                  <a:pt x="0" y="0"/>
                </a:lnTo>
                <a:close/>
              </a:path>
            </a:pathLst>
          </a:custGeom>
          <a:blipFill rotWithShape="1">
            <a:blip r:embed="rId4">
              <a:alphaModFix amt="31999"/>
            </a:blip>
            <a:stretch>
              <a:fillRect b="0" l="0" r="0" t="0"/>
            </a:stretch>
          </a:blipFill>
          <a:ln>
            <a:noFill/>
          </a:ln>
        </p:spPr>
      </p:sp>
      <p:sp>
        <p:nvSpPr>
          <p:cNvPr id="132" name="Google Shape;132;p4"/>
          <p:cNvSpPr/>
          <p:nvPr/>
        </p:nvSpPr>
        <p:spPr>
          <a:xfrm rot="6800360">
            <a:off x="-3525889" y="-4125907"/>
            <a:ext cx="8506661" cy="8676348"/>
          </a:xfrm>
          <a:custGeom>
            <a:rect b="b" l="l" r="r" t="t"/>
            <a:pathLst>
              <a:path extrusionOk="0" h="8676348" w="8506661">
                <a:moveTo>
                  <a:pt x="0" y="0"/>
                </a:moveTo>
                <a:lnTo>
                  <a:pt x="8506662" y="0"/>
                </a:lnTo>
                <a:lnTo>
                  <a:pt x="8506662" y="8676348"/>
                </a:lnTo>
                <a:lnTo>
                  <a:pt x="0" y="8676348"/>
                </a:lnTo>
                <a:lnTo>
                  <a:pt x="0" y="0"/>
                </a:lnTo>
                <a:close/>
              </a:path>
            </a:pathLst>
          </a:custGeom>
          <a:blipFill rotWithShape="1">
            <a:blip r:embed="rId4">
              <a:alphaModFix amt="31999"/>
            </a:blip>
            <a:stretch>
              <a:fillRect b="0" l="0" r="0" t="0"/>
            </a:stretch>
          </a:blipFill>
          <a:ln>
            <a:noFill/>
          </a:ln>
        </p:spPr>
      </p:sp>
      <p:sp>
        <p:nvSpPr>
          <p:cNvPr id="133" name="Google Shape;133;p4"/>
          <p:cNvSpPr/>
          <p:nvPr/>
        </p:nvSpPr>
        <p:spPr>
          <a:xfrm rot="10800000">
            <a:off x="845879" y="599701"/>
            <a:ext cx="15899134" cy="8662020"/>
          </a:xfrm>
          <a:custGeom>
            <a:rect b="b" l="l" r="r" t="t"/>
            <a:pathLst>
              <a:path extrusionOk="0" h="3215018" w="5901163">
                <a:moveTo>
                  <a:pt x="5889733" y="27940"/>
                </a:moveTo>
                <a:cubicBezTo>
                  <a:pt x="5880843" y="24130"/>
                  <a:pt x="5871953" y="21590"/>
                  <a:pt x="5863063" y="21590"/>
                </a:cubicBezTo>
                <a:cubicBezTo>
                  <a:pt x="5836393" y="20320"/>
                  <a:pt x="5749414" y="20320"/>
                  <a:pt x="5651856" y="17780"/>
                </a:cubicBezTo>
                <a:cubicBezTo>
                  <a:pt x="5428865" y="12700"/>
                  <a:pt x="5210520" y="6350"/>
                  <a:pt x="4987529" y="3810"/>
                </a:cubicBezTo>
                <a:cubicBezTo>
                  <a:pt x="4806349" y="1270"/>
                  <a:pt x="4629815" y="3810"/>
                  <a:pt x="4448635" y="2540"/>
                </a:cubicBezTo>
                <a:cubicBezTo>
                  <a:pt x="4369659" y="2540"/>
                  <a:pt x="4290683" y="0"/>
                  <a:pt x="4211707" y="2540"/>
                </a:cubicBezTo>
                <a:cubicBezTo>
                  <a:pt x="4021236" y="10160"/>
                  <a:pt x="3830765" y="11430"/>
                  <a:pt x="3635648" y="8890"/>
                </a:cubicBezTo>
                <a:cubicBezTo>
                  <a:pt x="3538089" y="7620"/>
                  <a:pt x="3440531" y="7620"/>
                  <a:pt x="3342972" y="7620"/>
                </a:cubicBezTo>
                <a:cubicBezTo>
                  <a:pt x="3166438" y="7620"/>
                  <a:pt x="2989904" y="7620"/>
                  <a:pt x="2813369" y="6350"/>
                </a:cubicBezTo>
                <a:cubicBezTo>
                  <a:pt x="2627543" y="5080"/>
                  <a:pt x="797161" y="2540"/>
                  <a:pt x="615981" y="1270"/>
                </a:cubicBezTo>
                <a:cubicBezTo>
                  <a:pt x="467321" y="0"/>
                  <a:pt x="323306" y="1270"/>
                  <a:pt x="174645" y="1270"/>
                </a:cubicBezTo>
                <a:cubicBezTo>
                  <a:pt x="72441" y="1270"/>
                  <a:pt x="33020" y="3810"/>
                  <a:pt x="5080" y="5080"/>
                </a:cubicBezTo>
                <a:cubicBezTo>
                  <a:pt x="3810" y="5080"/>
                  <a:pt x="2540" y="7620"/>
                  <a:pt x="0" y="8890"/>
                </a:cubicBezTo>
                <a:cubicBezTo>
                  <a:pt x="1270" y="21590"/>
                  <a:pt x="3810" y="34290"/>
                  <a:pt x="5080" y="46990"/>
                </a:cubicBezTo>
                <a:cubicBezTo>
                  <a:pt x="15240" y="167940"/>
                  <a:pt x="16510" y="309415"/>
                  <a:pt x="17780" y="448408"/>
                </a:cubicBezTo>
                <a:cubicBezTo>
                  <a:pt x="19050" y="589883"/>
                  <a:pt x="17780" y="731359"/>
                  <a:pt x="16510" y="875316"/>
                </a:cubicBezTo>
                <a:cubicBezTo>
                  <a:pt x="15240" y="1021755"/>
                  <a:pt x="2540" y="2558127"/>
                  <a:pt x="2540" y="2704567"/>
                </a:cubicBezTo>
                <a:cubicBezTo>
                  <a:pt x="2540" y="2848524"/>
                  <a:pt x="1270" y="2992481"/>
                  <a:pt x="0" y="3136439"/>
                </a:cubicBezTo>
                <a:cubicBezTo>
                  <a:pt x="0" y="3160408"/>
                  <a:pt x="3810" y="3170568"/>
                  <a:pt x="15240" y="3175648"/>
                </a:cubicBezTo>
                <a:cubicBezTo>
                  <a:pt x="22860" y="3179458"/>
                  <a:pt x="31750" y="3181998"/>
                  <a:pt x="40640" y="3183268"/>
                </a:cubicBezTo>
                <a:cubicBezTo>
                  <a:pt x="169999" y="3188348"/>
                  <a:pt x="346534" y="3192158"/>
                  <a:pt x="523068" y="3197238"/>
                </a:cubicBezTo>
                <a:cubicBezTo>
                  <a:pt x="620626" y="3199778"/>
                  <a:pt x="718185" y="3204858"/>
                  <a:pt x="815743" y="3206128"/>
                </a:cubicBezTo>
                <a:cubicBezTo>
                  <a:pt x="978341" y="3208668"/>
                  <a:pt x="2790141" y="3209938"/>
                  <a:pt x="2952738" y="3211208"/>
                </a:cubicBezTo>
                <a:cubicBezTo>
                  <a:pt x="2975966" y="3211208"/>
                  <a:pt x="2999195" y="3211208"/>
                  <a:pt x="3022423" y="3211208"/>
                </a:cubicBezTo>
                <a:cubicBezTo>
                  <a:pt x="3133918" y="3211208"/>
                  <a:pt x="3250059" y="3209938"/>
                  <a:pt x="3361555" y="3209938"/>
                </a:cubicBezTo>
                <a:cubicBezTo>
                  <a:pt x="3491633" y="3209938"/>
                  <a:pt x="3617065" y="3211208"/>
                  <a:pt x="3747143" y="3211208"/>
                </a:cubicBezTo>
                <a:cubicBezTo>
                  <a:pt x="3937614" y="3211208"/>
                  <a:pt x="4132731" y="3211208"/>
                  <a:pt x="4323202" y="3211208"/>
                </a:cubicBezTo>
                <a:cubicBezTo>
                  <a:pt x="4499737" y="3211208"/>
                  <a:pt x="4676271" y="3212478"/>
                  <a:pt x="4852805" y="3213748"/>
                </a:cubicBezTo>
                <a:cubicBezTo>
                  <a:pt x="4931781" y="3213748"/>
                  <a:pt x="5015403" y="3215018"/>
                  <a:pt x="5094379" y="3215018"/>
                </a:cubicBezTo>
                <a:cubicBezTo>
                  <a:pt x="5349889" y="3213748"/>
                  <a:pt x="5600753" y="3207398"/>
                  <a:pt x="5840203" y="3207398"/>
                </a:cubicBezTo>
                <a:cubicBezTo>
                  <a:pt x="5844013" y="3207398"/>
                  <a:pt x="5849093" y="3204858"/>
                  <a:pt x="5852903" y="3202318"/>
                </a:cubicBezTo>
                <a:cubicBezTo>
                  <a:pt x="5857983" y="3198508"/>
                  <a:pt x="5860523" y="3192158"/>
                  <a:pt x="5863063" y="3189618"/>
                </a:cubicBezTo>
                <a:cubicBezTo>
                  <a:pt x="5864333" y="3119064"/>
                  <a:pt x="5865603" y="3014819"/>
                  <a:pt x="5866873" y="2910574"/>
                </a:cubicBezTo>
                <a:cubicBezTo>
                  <a:pt x="5868143" y="2749243"/>
                  <a:pt x="5878303" y="1200461"/>
                  <a:pt x="5879573" y="1039129"/>
                </a:cubicBezTo>
                <a:cubicBezTo>
                  <a:pt x="5879573" y="942330"/>
                  <a:pt x="5880843" y="845532"/>
                  <a:pt x="5882113" y="748733"/>
                </a:cubicBezTo>
                <a:cubicBezTo>
                  <a:pt x="5883383" y="644488"/>
                  <a:pt x="5884653" y="540243"/>
                  <a:pt x="5887193" y="435998"/>
                </a:cubicBezTo>
                <a:cubicBezTo>
                  <a:pt x="5888463" y="373947"/>
                  <a:pt x="5888463" y="309415"/>
                  <a:pt x="5893543" y="247364"/>
                </a:cubicBezTo>
                <a:cubicBezTo>
                  <a:pt x="5898623" y="172904"/>
                  <a:pt x="5901163" y="100925"/>
                  <a:pt x="5899893" y="44450"/>
                </a:cubicBezTo>
                <a:cubicBezTo>
                  <a:pt x="5899893" y="38100"/>
                  <a:pt x="5896083" y="30480"/>
                  <a:pt x="5889733" y="27940"/>
                </a:cubicBezTo>
                <a:close/>
              </a:path>
            </a:pathLst>
          </a:custGeom>
          <a:solidFill>
            <a:srgbClr val="BF5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
          <p:cNvSpPr txBox="1"/>
          <p:nvPr/>
        </p:nvSpPr>
        <p:spPr>
          <a:xfrm>
            <a:off x="1251160" y="2516576"/>
            <a:ext cx="15573333" cy="6181009"/>
          </a:xfrm>
          <a:prstGeom prst="rect">
            <a:avLst/>
          </a:prstGeom>
          <a:noFill/>
          <a:ln>
            <a:noFill/>
          </a:ln>
        </p:spPr>
        <p:txBody>
          <a:bodyPr anchorCtr="0" anchor="t" bIns="0" lIns="0" spcFirstLastPara="1" rIns="0" wrap="square" tIns="0">
            <a:spAutoFit/>
          </a:bodyPr>
          <a:lstStyle/>
          <a:p>
            <a:pPr indent="-412416" lvl="1" marL="824833" marR="0" rtl="0" algn="l">
              <a:lnSpc>
                <a:spcPct val="128010"/>
              </a:lnSpc>
              <a:spcBef>
                <a:spcPts val="0"/>
              </a:spcBef>
              <a:spcAft>
                <a:spcPts val="0"/>
              </a:spcAft>
              <a:buClr>
                <a:srgbClr val="F9E2CF"/>
              </a:buClr>
              <a:buSzPts val="3820"/>
              <a:buFont typeface="Arial"/>
              <a:buChar char="•"/>
            </a:pPr>
            <a:r>
              <a:rPr b="1" i="0" lang="en-US" sz="3820" u="none" cap="none" strike="noStrike">
                <a:solidFill>
                  <a:srgbClr val="F9E2CF"/>
                </a:solidFill>
                <a:latin typeface="Open Sans"/>
                <a:ea typeface="Open Sans"/>
                <a:cs typeface="Open Sans"/>
                <a:sym typeface="Open Sans"/>
              </a:rPr>
              <a:t>Textile Industry</a:t>
            </a:r>
            <a:r>
              <a:rPr b="0" i="0" lang="en-US" sz="3820" u="none" cap="none" strike="noStrike">
                <a:solidFill>
                  <a:srgbClr val="F9E2CF"/>
                </a:solidFill>
                <a:latin typeface="Open Sans"/>
                <a:ea typeface="Open Sans"/>
                <a:cs typeface="Open Sans"/>
                <a:sym typeface="Open Sans"/>
              </a:rPr>
              <a:t>: Other than their bio-stoning use, Cellulases are also used for the polishing and bleaching of the fiber.</a:t>
            </a:r>
            <a:endParaRPr/>
          </a:p>
          <a:p>
            <a:pPr indent="-412416" lvl="1" marL="824833" marR="0" rtl="0" algn="l">
              <a:lnSpc>
                <a:spcPct val="128010"/>
              </a:lnSpc>
              <a:spcBef>
                <a:spcPts val="0"/>
              </a:spcBef>
              <a:spcAft>
                <a:spcPts val="0"/>
              </a:spcAft>
              <a:buClr>
                <a:srgbClr val="F9E2CF"/>
              </a:buClr>
              <a:buSzPts val="3820"/>
              <a:buFont typeface="Arial"/>
              <a:buChar char="•"/>
            </a:pPr>
            <a:r>
              <a:rPr b="1" i="0" lang="en-US" sz="3820" u="none" cap="none" strike="noStrike">
                <a:solidFill>
                  <a:srgbClr val="F9E2CF"/>
                </a:solidFill>
                <a:latin typeface="Open Sans"/>
                <a:ea typeface="Open Sans"/>
                <a:cs typeface="Open Sans"/>
                <a:sym typeface="Open Sans"/>
              </a:rPr>
              <a:t>Biofuel Industry</a:t>
            </a:r>
            <a:r>
              <a:rPr b="0" i="0" lang="en-US" sz="3820" u="none" cap="none" strike="noStrike">
                <a:solidFill>
                  <a:srgbClr val="F9E2CF"/>
                </a:solidFill>
                <a:latin typeface="Open Sans"/>
                <a:ea typeface="Open Sans"/>
                <a:cs typeface="Open Sans"/>
                <a:sym typeface="Open Sans"/>
              </a:rPr>
              <a:t>: Critical for the production of bioethanol from plant-based biomass.</a:t>
            </a:r>
            <a:endParaRPr/>
          </a:p>
          <a:p>
            <a:pPr indent="-412416" lvl="1" marL="824833" marR="0" rtl="0" algn="l">
              <a:lnSpc>
                <a:spcPct val="128010"/>
              </a:lnSpc>
              <a:spcBef>
                <a:spcPts val="0"/>
              </a:spcBef>
              <a:spcAft>
                <a:spcPts val="0"/>
              </a:spcAft>
              <a:buClr>
                <a:srgbClr val="F9E2CF"/>
              </a:buClr>
              <a:buSzPts val="3820"/>
              <a:buFont typeface="Arial"/>
              <a:buChar char="•"/>
            </a:pPr>
            <a:r>
              <a:rPr b="1" i="0" lang="en-US" sz="3820" u="none" cap="none" strike="noStrike">
                <a:solidFill>
                  <a:srgbClr val="F9E2CF"/>
                </a:solidFill>
                <a:latin typeface="Open Sans"/>
                <a:ea typeface="Open Sans"/>
                <a:cs typeface="Open Sans"/>
                <a:sym typeface="Open Sans"/>
              </a:rPr>
              <a:t>Pulp and Paper Industry</a:t>
            </a:r>
            <a:r>
              <a:rPr b="0" i="0" lang="en-US" sz="3820" u="none" cap="none" strike="noStrike">
                <a:solidFill>
                  <a:srgbClr val="F9E2CF"/>
                </a:solidFill>
                <a:latin typeface="Open Sans"/>
                <a:ea typeface="Open Sans"/>
                <a:cs typeface="Open Sans"/>
                <a:sym typeface="Open Sans"/>
              </a:rPr>
              <a:t>: Used to improve pulp properties, save energy during refining, and for deinking paper waste.</a:t>
            </a:r>
            <a:endParaRPr/>
          </a:p>
          <a:p>
            <a:pPr indent="-412416" lvl="1" marL="824833" marR="0" rtl="0" algn="l">
              <a:lnSpc>
                <a:spcPct val="128010"/>
              </a:lnSpc>
              <a:spcBef>
                <a:spcPts val="0"/>
              </a:spcBef>
              <a:spcAft>
                <a:spcPts val="0"/>
              </a:spcAft>
              <a:buClr>
                <a:srgbClr val="F9E2CF"/>
              </a:buClr>
              <a:buSzPts val="3820"/>
              <a:buFont typeface="Arial"/>
              <a:buChar char="•"/>
            </a:pPr>
            <a:r>
              <a:rPr b="1" i="0" lang="en-US" sz="3820" u="none" cap="none" strike="noStrike">
                <a:solidFill>
                  <a:srgbClr val="F9E2CF"/>
                </a:solidFill>
                <a:latin typeface="Open Sans"/>
                <a:ea typeface="Open Sans"/>
                <a:cs typeface="Open Sans"/>
                <a:sym typeface="Open Sans"/>
              </a:rPr>
              <a:t>Wine Industry</a:t>
            </a:r>
            <a:r>
              <a:rPr b="0" i="0" lang="en-US" sz="3820" u="none" cap="none" strike="noStrike">
                <a:solidFill>
                  <a:srgbClr val="F9E2CF"/>
                </a:solidFill>
                <a:latin typeface="Open Sans"/>
                <a:ea typeface="Open Sans"/>
                <a:cs typeface="Open Sans"/>
                <a:sym typeface="Open Sans"/>
              </a:rPr>
              <a:t>: In the process of maceration, cellulase is paired up with other enzymes to extract colour and flavour from grape skin</a:t>
            </a:r>
            <a:endParaRPr/>
          </a:p>
        </p:txBody>
      </p:sp>
      <p:sp>
        <p:nvSpPr>
          <p:cNvPr id="135" name="Google Shape;135;p4"/>
          <p:cNvSpPr/>
          <p:nvPr/>
        </p:nvSpPr>
        <p:spPr>
          <a:xfrm>
            <a:off x="-510489" y="6893269"/>
            <a:ext cx="2905882" cy="3393731"/>
          </a:xfrm>
          <a:custGeom>
            <a:rect b="b" l="l" r="r" t="t"/>
            <a:pathLst>
              <a:path extrusionOk="0" h="3393731" w="2905882">
                <a:moveTo>
                  <a:pt x="0" y="0"/>
                </a:moveTo>
                <a:lnTo>
                  <a:pt x="2905883" y="0"/>
                </a:lnTo>
                <a:lnTo>
                  <a:pt x="2905883" y="3393731"/>
                </a:lnTo>
                <a:lnTo>
                  <a:pt x="0" y="3393731"/>
                </a:lnTo>
                <a:lnTo>
                  <a:pt x="0" y="0"/>
                </a:lnTo>
                <a:close/>
              </a:path>
            </a:pathLst>
          </a:custGeom>
          <a:blipFill rotWithShape="1">
            <a:blip r:embed="rId5">
              <a:alphaModFix/>
            </a:blip>
            <a:stretch>
              <a:fillRect b="0" l="0" r="0" t="0"/>
            </a:stretch>
          </a:blipFill>
          <a:ln>
            <a:noFill/>
          </a:ln>
        </p:spPr>
      </p:sp>
      <p:sp>
        <p:nvSpPr>
          <p:cNvPr id="136" name="Google Shape;136;p4"/>
          <p:cNvSpPr/>
          <p:nvPr/>
        </p:nvSpPr>
        <p:spPr>
          <a:xfrm rot="-3643005">
            <a:off x="16481168" y="2701818"/>
            <a:ext cx="1703482" cy="1958026"/>
          </a:xfrm>
          <a:custGeom>
            <a:rect b="b" l="l" r="r" t="t"/>
            <a:pathLst>
              <a:path extrusionOk="0" h="1958026" w="1703482">
                <a:moveTo>
                  <a:pt x="0" y="0"/>
                </a:moveTo>
                <a:lnTo>
                  <a:pt x="1703482" y="0"/>
                </a:lnTo>
                <a:lnTo>
                  <a:pt x="1703482" y="1958026"/>
                </a:lnTo>
                <a:lnTo>
                  <a:pt x="0" y="1958026"/>
                </a:lnTo>
                <a:lnTo>
                  <a:pt x="0" y="0"/>
                </a:lnTo>
                <a:close/>
              </a:path>
            </a:pathLst>
          </a:custGeom>
          <a:blipFill rotWithShape="1">
            <a:blip r:embed="rId6">
              <a:alphaModFix/>
            </a:blip>
            <a:stretch>
              <a:fillRect b="0" l="0" r="0" t="0"/>
            </a:stretch>
          </a:blipFill>
          <a:ln>
            <a:noFill/>
          </a:ln>
        </p:spPr>
      </p:sp>
      <p:sp>
        <p:nvSpPr>
          <p:cNvPr id="137" name="Google Shape;137;p4"/>
          <p:cNvSpPr/>
          <p:nvPr/>
        </p:nvSpPr>
        <p:spPr>
          <a:xfrm flipH="1">
            <a:off x="0" y="4939824"/>
            <a:ext cx="1603452" cy="1593431"/>
          </a:xfrm>
          <a:custGeom>
            <a:rect b="b" l="l" r="r" t="t"/>
            <a:pathLst>
              <a:path extrusionOk="0" h="1593431" w="1603452">
                <a:moveTo>
                  <a:pt x="1603452" y="0"/>
                </a:moveTo>
                <a:lnTo>
                  <a:pt x="0" y="0"/>
                </a:lnTo>
                <a:lnTo>
                  <a:pt x="0" y="1593430"/>
                </a:lnTo>
                <a:lnTo>
                  <a:pt x="1603452" y="1593430"/>
                </a:lnTo>
                <a:lnTo>
                  <a:pt x="1603452" y="0"/>
                </a:lnTo>
                <a:close/>
              </a:path>
            </a:pathLst>
          </a:custGeom>
          <a:blipFill rotWithShape="1">
            <a:blip r:embed="rId7">
              <a:alphaModFix/>
            </a:blip>
            <a:stretch>
              <a:fillRect b="0" l="0" r="0" t="0"/>
            </a:stretch>
          </a:blipFill>
          <a:ln>
            <a:noFill/>
          </a:ln>
        </p:spPr>
      </p:sp>
      <p:sp>
        <p:nvSpPr>
          <p:cNvPr id="138" name="Google Shape;138;p4"/>
          <p:cNvSpPr/>
          <p:nvPr/>
        </p:nvSpPr>
        <p:spPr>
          <a:xfrm rot="-789375">
            <a:off x="-107288" y="2312143"/>
            <a:ext cx="1669461" cy="1671551"/>
          </a:xfrm>
          <a:custGeom>
            <a:rect b="b" l="l" r="r" t="t"/>
            <a:pathLst>
              <a:path extrusionOk="0" h="1671551" w="1669461">
                <a:moveTo>
                  <a:pt x="0" y="0"/>
                </a:moveTo>
                <a:lnTo>
                  <a:pt x="1669461" y="0"/>
                </a:lnTo>
                <a:lnTo>
                  <a:pt x="1669461" y="1671550"/>
                </a:lnTo>
                <a:lnTo>
                  <a:pt x="0" y="1671550"/>
                </a:lnTo>
                <a:lnTo>
                  <a:pt x="0" y="0"/>
                </a:lnTo>
                <a:close/>
              </a:path>
            </a:pathLst>
          </a:custGeom>
          <a:blipFill rotWithShape="1">
            <a:blip r:embed="rId8">
              <a:alphaModFix/>
            </a:blip>
            <a:stretch>
              <a:fillRect b="0" l="0" r="0" t="0"/>
            </a:stretch>
          </a:blipFill>
          <a:ln>
            <a:noFill/>
          </a:ln>
        </p:spPr>
      </p:sp>
      <p:sp>
        <p:nvSpPr>
          <p:cNvPr id="139" name="Google Shape;139;p4"/>
          <p:cNvSpPr/>
          <p:nvPr/>
        </p:nvSpPr>
        <p:spPr>
          <a:xfrm>
            <a:off x="16824493" y="4720495"/>
            <a:ext cx="608069" cy="846010"/>
          </a:xfrm>
          <a:custGeom>
            <a:rect b="b" l="l" r="r" t="t"/>
            <a:pathLst>
              <a:path extrusionOk="0" h="846010" w="608069">
                <a:moveTo>
                  <a:pt x="0" y="0"/>
                </a:moveTo>
                <a:lnTo>
                  <a:pt x="608069" y="0"/>
                </a:lnTo>
                <a:lnTo>
                  <a:pt x="608069" y="846010"/>
                </a:lnTo>
                <a:lnTo>
                  <a:pt x="0" y="846010"/>
                </a:lnTo>
                <a:lnTo>
                  <a:pt x="0" y="0"/>
                </a:lnTo>
                <a:close/>
              </a:path>
            </a:pathLst>
          </a:custGeom>
          <a:blipFill rotWithShape="1">
            <a:blip r:embed="rId9">
              <a:alphaModFix/>
            </a:blip>
            <a:stretch>
              <a:fillRect b="0" l="0" r="0" t="0"/>
            </a:stretch>
          </a:blipFill>
          <a:ln>
            <a:noFill/>
          </a:ln>
        </p:spPr>
      </p:sp>
      <p:sp>
        <p:nvSpPr>
          <p:cNvPr id="140" name="Google Shape;140;p4"/>
          <p:cNvSpPr txBox="1"/>
          <p:nvPr/>
        </p:nvSpPr>
        <p:spPr>
          <a:xfrm>
            <a:off x="1072966" y="743157"/>
            <a:ext cx="16277967" cy="1492384"/>
          </a:xfrm>
          <a:prstGeom prst="rect">
            <a:avLst/>
          </a:prstGeom>
          <a:noFill/>
          <a:ln>
            <a:noFill/>
          </a:ln>
        </p:spPr>
        <p:txBody>
          <a:bodyPr anchorCtr="0" anchor="t" bIns="0" lIns="0" spcFirstLastPara="1" rIns="0" wrap="square" tIns="0">
            <a:spAutoFit/>
          </a:bodyPr>
          <a:lstStyle/>
          <a:p>
            <a:pPr indent="0" lvl="0" marL="0" marR="0" rtl="0" algn="ctr">
              <a:lnSpc>
                <a:spcPct val="139997"/>
              </a:lnSpc>
              <a:spcBef>
                <a:spcPts val="0"/>
              </a:spcBef>
              <a:spcAft>
                <a:spcPts val="0"/>
              </a:spcAft>
              <a:buNone/>
            </a:pPr>
            <a:r>
              <a:rPr b="1" i="0" lang="en-US" sz="8298" u="none" cap="none" strike="noStrike">
                <a:solidFill>
                  <a:srgbClr val="F9E2CF"/>
                </a:solidFill>
                <a:latin typeface="Poppins Black"/>
                <a:ea typeface="Poppins Black"/>
                <a:cs typeface="Poppins Black"/>
                <a:sym typeface="Poppins Black"/>
              </a:rPr>
              <a:t>Industrial Applications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6979" l="0" r="0" t="-106982"/>
            </a:stretch>
          </a:blipFill>
          <a:ln>
            <a:noFill/>
          </a:ln>
        </p:spPr>
      </p:sp>
      <p:sp>
        <p:nvSpPr>
          <p:cNvPr id="146" name="Google Shape;146;p5"/>
          <p:cNvSpPr/>
          <p:nvPr/>
        </p:nvSpPr>
        <p:spPr>
          <a:xfrm rot="-5847775">
            <a:off x="14514960" y="-1866738"/>
            <a:ext cx="6985330" cy="7124670"/>
          </a:xfrm>
          <a:custGeom>
            <a:rect b="b" l="l" r="r" t="t"/>
            <a:pathLst>
              <a:path extrusionOk="0" h="7124670" w="6985330">
                <a:moveTo>
                  <a:pt x="0" y="0"/>
                </a:moveTo>
                <a:lnTo>
                  <a:pt x="6985329" y="0"/>
                </a:lnTo>
                <a:lnTo>
                  <a:pt x="6985329" y="7124670"/>
                </a:lnTo>
                <a:lnTo>
                  <a:pt x="0" y="7124670"/>
                </a:lnTo>
                <a:lnTo>
                  <a:pt x="0" y="0"/>
                </a:lnTo>
                <a:close/>
              </a:path>
            </a:pathLst>
          </a:custGeom>
          <a:blipFill rotWithShape="1">
            <a:blip r:embed="rId4">
              <a:alphaModFix amt="31999"/>
            </a:blip>
            <a:stretch>
              <a:fillRect b="0" l="0" r="0" t="0"/>
            </a:stretch>
          </a:blipFill>
          <a:ln>
            <a:noFill/>
          </a:ln>
        </p:spPr>
      </p:sp>
      <p:sp>
        <p:nvSpPr>
          <p:cNvPr id="147" name="Google Shape;147;p5"/>
          <p:cNvSpPr/>
          <p:nvPr/>
        </p:nvSpPr>
        <p:spPr>
          <a:xfrm rot="6800360">
            <a:off x="-3525889" y="-4125907"/>
            <a:ext cx="8506661" cy="8676348"/>
          </a:xfrm>
          <a:custGeom>
            <a:rect b="b" l="l" r="r" t="t"/>
            <a:pathLst>
              <a:path extrusionOk="0" h="8676348" w="8506661">
                <a:moveTo>
                  <a:pt x="0" y="0"/>
                </a:moveTo>
                <a:lnTo>
                  <a:pt x="8506662" y="0"/>
                </a:lnTo>
                <a:lnTo>
                  <a:pt x="8506662" y="8676348"/>
                </a:lnTo>
                <a:lnTo>
                  <a:pt x="0" y="8676348"/>
                </a:lnTo>
                <a:lnTo>
                  <a:pt x="0" y="0"/>
                </a:lnTo>
                <a:close/>
              </a:path>
            </a:pathLst>
          </a:custGeom>
          <a:blipFill rotWithShape="1">
            <a:blip r:embed="rId4">
              <a:alphaModFix amt="31999"/>
            </a:blip>
            <a:stretch>
              <a:fillRect b="0" l="0" r="0" t="0"/>
            </a:stretch>
          </a:blipFill>
          <a:ln>
            <a:noFill/>
          </a:ln>
        </p:spPr>
      </p:sp>
      <p:sp>
        <p:nvSpPr>
          <p:cNvPr id="148" name="Google Shape;148;p5"/>
          <p:cNvSpPr/>
          <p:nvPr/>
        </p:nvSpPr>
        <p:spPr>
          <a:xfrm rot="10800000">
            <a:off x="723722" y="2429543"/>
            <a:ext cx="17283902" cy="5906007"/>
          </a:xfrm>
          <a:custGeom>
            <a:rect b="b" l="l" r="r" t="t"/>
            <a:pathLst>
              <a:path extrusionOk="0" h="2016461" w="5901163">
                <a:moveTo>
                  <a:pt x="5889733" y="27940"/>
                </a:moveTo>
                <a:cubicBezTo>
                  <a:pt x="5880843" y="24130"/>
                  <a:pt x="5871953" y="21590"/>
                  <a:pt x="5863063" y="21590"/>
                </a:cubicBezTo>
                <a:cubicBezTo>
                  <a:pt x="5836393" y="20320"/>
                  <a:pt x="5749414" y="20320"/>
                  <a:pt x="5651856" y="17780"/>
                </a:cubicBezTo>
                <a:cubicBezTo>
                  <a:pt x="5428865" y="12700"/>
                  <a:pt x="5210520" y="6350"/>
                  <a:pt x="4987529" y="3810"/>
                </a:cubicBezTo>
                <a:cubicBezTo>
                  <a:pt x="4806349" y="1270"/>
                  <a:pt x="4629815" y="3810"/>
                  <a:pt x="4448635" y="2540"/>
                </a:cubicBezTo>
                <a:cubicBezTo>
                  <a:pt x="4369659" y="2540"/>
                  <a:pt x="4290683" y="0"/>
                  <a:pt x="4211707" y="2540"/>
                </a:cubicBezTo>
                <a:cubicBezTo>
                  <a:pt x="4021236" y="10160"/>
                  <a:pt x="3830765" y="11430"/>
                  <a:pt x="3635648" y="8890"/>
                </a:cubicBezTo>
                <a:cubicBezTo>
                  <a:pt x="3538089" y="7620"/>
                  <a:pt x="3440531" y="7620"/>
                  <a:pt x="3342972" y="7620"/>
                </a:cubicBezTo>
                <a:cubicBezTo>
                  <a:pt x="3166438" y="7620"/>
                  <a:pt x="2989904" y="7620"/>
                  <a:pt x="2813369" y="6350"/>
                </a:cubicBezTo>
                <a:cubicBezTo>
                  <a:pt x="2627543" y="5080"/>
                  <a:pt x="797161" y="2540"/>
                  <a:pt x="615981" y="1270"/>
                </a:cubicBezTo>
                <a:cubicBezTo>
                  <a:pt x="467321" y="0"/>
                  <a:pt x="323306" y="1270"/>
                  <a:pt x="174645" y="1270"/>
                </a:cubicBezTo>
                <a:cubicBezTo>
                  <a:pt x="72441" y="1270"/>
                  <a:pt x="33020" y="3810"/>
                  <a:pt x="5080" y="5080"/>
                </a:cubicBezTo>
                <a:cubicBezTo>
                  <a:pt x="3810" y="5080"/>
                  <a:pt x="2540" y="7620"/>
                  <a:pt x="0" y="8890"/>
                </a:cubicBezTo>
                <a:cubicBezTo>
                  <a:pt x="1270" y="21590"/>
                  <a:pt x="3810" y="34290"/>
                  <a:pt x="5080" y="46990"/>
                </a:cubicBezTo>
                <a:cubicBezTo>
                  <a:pt x="15240" y="128305"/>
                  <a:pt x="16510" y="214830"/>
                  <a:pt x="17780" y="299838"/>
                </a:cubicBezTo>
                <a:cubicBezTo>
                  <a:pt x="19050" y="386363"/>
                  <a:pt x="17780" y="472888"/>
                  <a:pt x="16510" y="560931"/>
                </a:cubicBezTo>
                <a:cubicBezTo>
                  <a:pt x="15240" y="650492"/>
                  <a:pt x="2540" y="1590125"/>
                  <a:pt x="2540" y="1679686"/>
                </a:cubicBezTo>
                <a:cubicBezTo>
                  <a:pt x="2540" y="1767729"/>
                  <a:pt x="1270" y="1855772"/>
                  <a:pt x="0" y="1943815"/>
                </a:cubicBezTo>
                <a:cubicBezTo>
                  <a:pt x="0" y="1961851"/>
                  <a:pt x="3810" y="1972011"/>
                  <a:pt x="15240" y="1977091"/>
                </a:cubicBezTo>
                <a:cubicBezTo>
                  <a:pt x="22860" y="1980901"/>
                  <a:pt x="31750" y="1983441"/>
                  <a:pt x="40640" y="1984711"/>
                </a:cubicBezTo>
                <a:cubicBezTo>
                  <a:pt x="169999" y="1989791"/>
                  <a:pt x="346534" y="1993601"/>
                  <a:pt x="523068" y="1998681"/>
                </a:cubicBezTo>
                <a:cubicBezTo>
                  <a:pt x="620626" y="2001221"/>
                  <a:pt x="718185" y="2006301"/>
                  <a:pt x="815743" y="2007571"/>
                </a:cubicBezTo>
                <a:cubicBezTo>
                  <a:pt x="978341" y="2010111"/>
                  <a:pt x="2790141" y="2011381"/>
                  <a:pt x="2952738" y="2012651"/>
                </a:cubicBezTo>
                <a:cubicBezTo>
                  <a:pt x="2975966" y="2012651"/>
                  <a:pt x="2999195" y="2012651"/>
                  <a:pt x="3022423" y="2012651"/>
                </a:cubicBezTo>
                <a:cubicBezTo>
                  <a:pt x="3133918" y="2012651"/>
                  <a:pt x="3250059" y="2011381"/>
                  <a:pt x="3361555" y="2011381"/>
                </a:cubicBezTo>
                <a:cubicBezTo>
                  <a:pt x="3491633" y="2011381"/>
                  <a:pt x="3617065" y="2012651"/>
                  <a:pt x="3747143" y="2012651"/>
                </a:cubicBezTo>
                <a:cubicBezTo>
                  <a:pt x="3937614" y="2012651"/>
                  <a:pt x="4132731" y="2012651"/>
                  <a:pt x="4323202" y="2012651"/>
                </a:cubicBezTo>
                <a:cubicBezTo>
                  <a:pt x="4499737" y="2012651"/>
                  <a:pt x="4676271" y="2013921"/>
                  <a:pt x="4852805" y="2015191"/>
                </a:cubicBezTo>
                <a:cubicBezTo>
                  <a:pt x="4931781" y="2015191"/>
                  <a:pt x="5015403" y="2016461"/>
                  <a:pt x="5094379" y="2016461"/>
                </a:cubicBezTo>
                <a:cubicBezTo>
                  <a:pt x="5349889" y="2015191"/>
                  <a:pt x="5600753" y="2008841"/>
                  <a:pt x="5840203" y="2008841"/>
                </a:cubicBezTo>
                <a:cubicBezTo>
                  <a:pt x="5844013" y="2008841"/>
                  <a:pt x="5849093" y="2006301"/>
                  <a:pt x="5852903" y="2003761"/>
                </a:cubicBezTo>
                <a:cubicBezTo>
                  <a:pt x="5857983" y="1999951"/>
                  <a:pt x="5860523" y="1993601"/>
                  <a:pt x="5863063" y="1991061"/>
                </a:cubicBezTo>
                <a:cubicBezTo>
                  <a:pt x="5864333" y="1933189"/>
                  <a:pt x="5865603" y="1869433"/>
                  <a:pt x="5866873" y="1805678"/>
                </a:cubicBezTo>
                <a:cubicBezTo>
                  <a:pt x="5868143" y="1707009"/>
                  <a:pt x="5878303" y="759787"/>
                  <a:pt x="5879573" y="661118"/>
                </a:cubicBezTo>
                <a:cubicBezTo>
                  <a:pt x="5879573" y="601916"/>
                  <a:pt x="5880843" y="542715"/>
                  <a:pt x="5882113" y="483514"/>
                </a:cubicBezTo>
                <a:cubicBezTo>
                  <a:pt x="5883383" y="419758"/>
                  <a:pt x="5884653" y="356003"/>
                  <a:pt x="5887193" y="292248"/>
                </a:cubicBezTo>
                <a:cubicBezTo>
                  <a:pt x="5888463" y="254298"/>
                  <a:pt x="5888463" y="214830"/>
                  <a:pt x="5893543" y="176881"/>
                </a:cubicBezTo>
                <a:cubicBezTo>
                  <a:pt x="5898623" y="131341"/>
                  <a:pt x="5901163" y="87320"/>
                  <a:pt x="5899893" y="44450"/>
                </a:cubicBezTo>
                <a:cubicBezTo>
                  <a:pt x="5899893" y="38100"/>
                  <a:pt x="5896083" y="30480"/>
                  <a:pt x="5889733" y="27940"/>
                </a:cubicBezTo>
                <a:close/>
              </a:path>
            </a:pathLst>
          </a:custGeom>
          <a:solidFill>
            <a:srgbClr val="BF5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5"/>
          <p:cNvGrpSpPr/>
          <p:nvPr/>
        </p:nvGrpSpPr>
        <p:grpSpPr>
          <a:xfrm>
            <a:off x="900911" y="657348"/>
            <a:ext cx="2578882" cy="2578882"/>
            <a:chOff x="0" y="0"/>
            <a:chExt cx="3438510" cy="3438510"/>
          </a:xfrm>
        </p:grpSpPr>
        <p:sp>
          <p:nvSpPr>
            <p:cNvPr id="150" name="Google Shape;150;p5"/>
            <p:cNvSpPr/>
            <p:nvPr/>
          </p:nvSpPr>
          <p:spPr>
            <a:xfrm>
              <a:off x="0" y="0"/>
              <a:ext cx="3438510" cy="3438510"/>
            </a:xfrm>
            <a:custGeom>
              <a:rect b="b" l="l" r="r" t="t"/>
              <a:pathLst>
                <a:path extrusionOk="0" h="3438510" w="3438510">
                  <a:moveTo>
                    <a:pt x="0" y="0"/>
                  </a:moveTo>
                  <a:lnTo>
                    <a:pt x="3438510" y="0"/>
                  </a:lnTo>
                  <a:lnTo>
                    <a:pt x="3438510" y="3438510"/>
                  </a:lnTo>
                  <a:lnTo>
                    <a:pt x="0" y="3438510"/>
                  </a:lnTo>
                  <a:lnTo>
                    <a:pt x="0" y="0"/>
                  </a:lnTo>
                  <a:close/>
                </a:path>
              </a:pathLst>
            </a:custGeom>
            <a:blipFill rotWithShape="1">
              <a:blip r:embed="rId5">
                <a:alphaModFix/>
              </a:blip>
              <a:stretch>
                <a:fillRect b="0" l="0" r="0" t="0"/>
              </a:stretch>
            </a:blipFill>
            <a:ln>
              <a:noFill/>
            </a:ln>
          </p:spPr>
        </p:sp>
        <p:sp>
          <p:nvSpPr>
            <p:cNvPr id="151" name="Google Shape;151;p5"/>
            <p:cNvSpPr/>
            <p:nvPr/>
          </p:nvSpPr>
          <p:spPr>
            <a:xfrm>
              <a:off x="608151" y="400437"/>
              <a:ext cx="2222207" cy="2637635"/>
            </a:xfrm>
            <a:custGeom>
              <a:rect b="b" l="l" r="r" t="t"/>
              <a:pathLst>
                <a:path extrusionOk="0" h="2637635" w="2222207">
                  <a:moveTo>
                    <a:pt x="0" y="0"/>
                  </a:moveTo>
                  <a:lnTo>
                    <a:pt x="2222207" y="0"/>
                  </a:lnTo>
                  <a:lnTo>
                    <a:pt x="2222207" y="2637635"/>
                  </a:lnTo>
                  <a:lnTo>
                    <a:pt x="0" y="2637635"/>
                  </a:lnTo>
                  <a:lnTo>
                    <a:pt x="0" y="0"/>
                  </a:lnTo>
                  <a:close/>
                </a:path>
              </a:pathLst>
            </a:custGeom>
            <a:blipFill rotWithShape="1">
              <a:blip r:embed="rId6">
                <a:alphaModFix/>
              </a:blip>
              <a:stretch>
                <a:fillRect b="0" l="0" r="0" t="0"/>
              </a:stretch>
            </a:blipFill>
            <a:ln>
              <a:noFill/>
            </a:ln>
          </p:spPr>
        </p:sp>
      </p:grpSp>
      <p:grpSp>
        <p:nvGrpSpPr>
          <p:cNvPr id="152" name="Google Shape;152;p5"/>
          <p:cNvGrpSpPr/>
          <p:nvPr/>
        </p:nvGrpSpPr>
        <p:grpSpPr>
          <a:xfrm>
            <a:off x="14680418" y="657348"/>
            <a:ext cx="2578882" cy="2578882"/>
            <a:chOff x="0" y="0"/>
            <a:chExt cx="3438510" cy="3438510"/>
          </a:xfrm>
        </p:grpSpPr>
        <p:sp>
          <p:nvSpPr>
            <p:cNvPr id="153" name="Google Shape;153;p5"/>
            <p:cNvSpPr/>
            <p:nvPr/>
          </p:nvSpPr>
          <p:spPr>
            <a:xfrm>
              <a:off x="0" y="0"/>
              <a:ext cx="3438510" cy="3438510"/>
            </a:xfrm>
            <a:custGeom>
              <a:rect b="b" l="l" r="r" t="t"/>
              <a:pathLst>
                <a:path extrusionOk="0" h="3438510" w="3438510">
                  <a:moveTo>
                    <a:pt x="0" y="0"/>
                  </a:moveTo>
                  <a:lnTo>
                    <a:pt x="3438510" y="0"/>
                  </a:lnTo>
                  <a:lnTo>
                    <a:pt x="3438510" y="3438510"/>
                  </a:lnTo>
                  <a:lnTo>
                    <a:pt x="0" y="3438510"/>
                  </a:lnTo>
                  <a:lnTo>
                    <a:pt x="0" y="0"/>
                  </a:lnTo>
                  <a:close/>
                </a:path>
              </a:pathLst>
            </a:custGeom>
            <a:blipFill rotWithShape="1">
              <a:blip r:embed="rId5">
                <a:alphaModFix/>
              </a:blip>
              <a:stretch>
                <a:fillRect b="0" l="0" r="0" t="0"/>
              </a:stretch>
            </a:blipFill>
            <a:ln>
              <a:noFill/>
            </a:ln>
          </p:spPr>
        </p:sp>
        <p:sp>
          <p:nvSpPr>
            <p:cNvPr id="154" name="Google Shape;154;p5"/>
            <p:cNvSpPr/>
            <p:nvPr/>
          </p:nvSpPr>
          <p:spPr>
            <a:xfrm>
              <a:off x="462883" y="451734"/>
              <a:ext cx="2512743" cy="2512743"/>
            </a:xfrm>
            <a:custGeom>
              <a:rect b="b" l="l" r="r" t="t"/>
              <a:pathLst>
                <a:path extrusionOk="0" h="2512743" w="2512743">
                  <a:moveTo>
                    <a:pt x="0" y="0"/>
                  </a:moveTo>
                  <a:lnTo>
                    <a:pt x="2512744" y="0"/>
                  </a:lnTo>
                  <a:lnTo>
                    <a:pt x="2512744" y="2512744"/>
                  </a:lnTo>
                  <a:lnTo>
                    <a:pt x="0" y="2512744"/>
                  </a:lnTo>
                  <a:lnTo>
                    <a:pt x="0" y="0"/>
                  </a:lnTo>
                  <a:close/>
                </a:path>
              </a:pathLst>
            </a:custGeom>
            <a:blipFill rotWithShape="1">
              <a:blip r:embed="rId7">
                <a:alphaModFix/>
              </a:blip>
              <a:stretch>
                <a:fillRect b="0" l="0" r="0" t="0"/>
              </a:stretch>
            </a:blipFill>
            <a:ln>
              <a:noFill/>
            </a:ln>
          </p:spPr>
        </p:sp>
      </p:grpSp>
      <p:sp>
        <p:nvSpPr>
          <p:cNvPr id="155" name="Google Shape;155;p5"/>
          <p:cNvSpPr/>
          <p:nvPr/>
        </p:nvSpPr>
        <p:spPr>
          <a:xfrm>
            <a:off x="735328" y="8331831"/>
            <a:ext cx="1675133" cy="1817206"/>
          </a:xfrm>
          <a:custGeom>
            <a:rect b="b" l="l" r="r" t="t"/>
            <a:pathLst>
              <a:path extrusionOk="0" h="1817206" w="1675133">
                <a:moveTo>
                  <a:pt x="0" y="0"/>
                </a:moveTo>
                <a:lnTo>
                  <a:pt x="1675134" y="0"/>
                </a:lnTo>
                <a:lnTo>
                  <a:pt x="1675134" y="1817206"/>
                </a:lnTo>
                <a:lnTo>
                  <a:pt x="0" y="1817206"/>
                </a:lnTo>
                <a:lnTo>
                  <a:pt x="0" y="0"/>
                </a:lnTo>
                <a:close/>
              </a:path>
            </a:pathLst>
          </a:custGeom>
          <a:blipFill rotWithShape="1">
            <a:blip r:embed="rId8">
              <a:alphaModFix/>
            </a:blip>
            <a:stretch>
              <a:fillRect b="0" l="0" r="0" t="0"/>
            </a:stretch>
          </a:blipFill>
          <a:ln>
            <a:noFill/>
          </a:ln>
        </p:spPr>
      </p:sp>
      <p:sp>
        <p:nvSpPr>
          <p:cNvPr id="156" name="Google Shape;156;p5"/>
          <p:cNvSpPr/>
          <p:nvPr/>
        </p:nvSpPr>
        <p:spPr>
          <a:xfrm>
            <a:off x="6071850" y="8469086"/>
            <a:ext cx="1679951" cy="1679951"/>
          </a:xfrm>
          <a:custGeom>
            <a:rect b="b" l="l" r="r" t="t"/>
            <a:pathLst>
              <a:path extrusionOk="0" h="1679951" w="1679951">
                <a:moveTo>
                  <a:pt x="0" y="0"/>
                </a:moveTo>
                <a:lnTo>
                  <a:pt x="1679951" y="0"/>
                </a:lnTo>
                <a:lnTo>
                  <a:pt x="1679951" y="1679951"/>
                </a:lnTo>
                <a:lnTo>
                  <a:pt x="0" y="1679951"/>
                </a:lnTo>
                <a:lnTo>
                  <a:pt x="0" y="0"/>
                </a:lnTo>
                <a:close/>
              </a:path>
            </a:pathLst>
          </a:custGeom>
          <a:blipFill rotWithShape="1">
            <a:blip r:embed="rId9">
              <a:alphaModFix/>
            </a:blip>
            <a:stretch>
              <a:fillRect b="0" l="0" r="0" t="0"/>
            </a:stretch>
          </a:blipFill>
          <a:ln>
            <a:noFill/>
          </a:ln>
        </p:spPr>
      </p:sp>
      <p:sp>
        <p:nvSpPr>
          <p:cNvPr id="157" name="Google Shape;157;p5"/>
          <p:cNvSpPr/>
          <p:nvPr/>
        </p:nvSpPr>
        <p:spPr>
          <a:xfrm>
            <a:off x="3329251" y="8344201"/>
            <a:ext cx="1828199" cy="1828199"/>
          </a:xfrm>
          <a:custGeom>
            <a:rect b="b" l="l" r="r" t="t"/>
            <a:pathLst>
              <a:path extrusionOk="0" h="1828199" w="1828199">
                <a:moveTo>
                  <a:pt x="0" y="0"/>
                </a:moveTo>
                <a:lnTo>
                  <a:pt x="1828199" y="0"/>
                </a:lnTo>
                <a:lnTo>
                  <a:pt x="1828199" y="1828198"/>
                </a:lnTo>
                <a:lnTo>
                  <a:pt x="0" y="1828198"/>
                </a:lnTo>
                <a:lnTo>
                  <a:pt x="0" y="0"/>
                </a:lnTo>
                <a:close/>
              </a:path>
            </a:pathLst>
          </a:custGeom>
          <a:blipFill rotWithShape="1">
            <a:blip r:embed="rId10">
              <a:alphaModFix/>
            </a:blip>
            <a:stretch>
              <a:fillRect b="0" l="0" r="0" t="0"/>
            </a:stretch>
          </a:blipFill>
          <a:ln>
            <a:noFill/>
          </a:ln>
        </p:spPr>
      </p:sp>
      <p:sp>
        <p:nvSpPr>
          <p:cNvPr id="158" name="Google Shape;158;p5"/>
          <p:cNvSpPr/>
          <p:nvPr/>
        </p:nvSpPr>
        <p:spPr>
          <a:xfrm>
            <a:off x="11003052" y="8349343"/>
            <a:ext cx="1817914" cy="1817914"/>
          </a:xfrm>
          <a:custGeom>
            <a:rect b="b" l="l" r="r" t="t"/>
            <a:pathLst>
              <a:path extrusionOk="0" h="1817914" w="1817914">
                <a:moveTo>
                  <a:pt x="0" y="0"/>
                </a:moveTo>
                <a:lnTo>
                  <a:pt x="1817915" y="0"/>
                </a:lnTo>
                <a:lnTo>
                  <a:pt x="1817915" y="1817914"/>
                </a:lnTo>
                <a:lnTo>
                  <a:pt x="0" y="1817914"/>
                </a:lnTo>
                <a:lnTo>
                  <a:pt x="0" y="0"/>
                </a:lnTo>
                <a:close/>
              </a:path>
            </a:pathLst>
          </a:custGeom>
          <a:blipFill rotWithShape="1">
            <a:blip r:embed="rId11">
              <a:alphaModFix/>
            </a:blip>
            <a:stretch>
              <a:fillRect b="0" l="0" r="0" t="0"/>
            </a:stretch>
          </a:blipFill>
          <a:ln>
            <a:noFill/>
          </a:ln>
        </p:spPr>
      </p:sp>
      <p:sp>
        <p:nvSpPr>
          <p:cNvPr id="159" name="Google Shape;159;p5"/>
          <p:cNvSpPr/>
          <p:nvPr/>
        </p:nvSpPr>
        <p:spPr>
          <a:xfrm>
            <a:off x="16535846" y="8418671"/>
            <a:ext cx="1471779" cy="1794852"/>
          </a:xfrm>
          <a:custGeom>
            <a:rect b="b" l="l" r="r" t="t"/>
            <a:pathLst>
              <a:path extrusionOk="0" h="1794852" w="1471779">
                <a:moveTo>
                  <a:pt x="0" y="0"/>
                </a:moveTo>
                <a:lnTo>
                  <a:pt x="1471779" y="0"/>
                </a:lnTo>
                <a:lnTo>
                  <a:pt x="1471779" y="1794852"/>
                </a:lnTo>
                <a:lnTo>
                  <a:pt x="0" y="1794852"/>
                </a:lnTo>
                <a:lnTo>
                  <a:pt x="0" y="0"/>
                </a:lnTo>
                <a:close/>
              </a:path>
            </a:pathLst>
          </a:custGeom>
          <a:blipFill rotWithShape="1">
            <a:blip r:embed="rId12">
              <a:alphaModFix/>
            </a:blip>
            <a:stretch>
              <a:fillRect b="0" l="0" r="0" t="0"/>
            </a:stretch>
          </a:blipFill>
          <a:ln>
            <a:noFill/>
          </a:ln>
        </p:spPr>
      </p:sp>
      <p:sp>
        <p:nvSpPr>
          <p:cNvPr id="160" name="Google Shape;160;p5"/>
          <p:cNvSpPr/>
          <p:nvPr/>
        </p:nvSpPr>
        <p:spPr>
          <a:xfrm>
            <a:off x="13782992" y="8418671"/>
            <a:ext cx="1794852" cy="1794852"/>
          </a:xfrm>
          <a:custGeom>
            <a:rect b="b" l="l" r="r" t="t"/>
            <a:pathLst>
              <a:path extrusionOk="0" h="1794852" w="1794852">
                <a:moveTo>
                  <a:pt x="0" y="0"/>
                </a:moveTo>
                <a:lnTo>
                  <a:pt x="1794852" y="0"/>
                </a:lnTo>
                <a:lnTo>
                  <a:pt x="1794852" y="1794852"/>
                </a:lnTo>
                <a:lnTo>
                  <a:pt x="0" y="1794852"/>
                </a:lnTo>
                <a:lnTo>
                  <a:pt x="0" y="0"/>
                </a:lnTo>
                <a:close/>
              </a:path>
            </a:pathLst>
          </a:custGeom>
          <a:blipFill rotWithShape="1">
            <a:blip r:embed="rId13">
              <a:alphaModFix/>
            </a:blip>
            <a:stretch>
              <a:fillRect b="0" l="0" r="0" t="0"/>
            </a:stretch>
          </a:blipFill>
          <a:ln>
            <a:noFill/>
          </a:ln>
        </p:spPr>
      </p:sp>
      <p:sp>
        <p:nvSpPr>
          <p:cNvPr id="161" name="Google Shape;161;p5"/>
          <p:cNvSpPr/>
          <p:nvPr/>
        </p:nvSpPr>
        <p:spPr>
          <a:xfrm rot="5400000">
            <a:off x="6302744" y="5098993"/>
            <a:ext cx="5909727" cy="590973"/>
          </a:xfrm>
          <a:custGeom>
            <a:rect b="b" l="l" r="r" t="t"/>
            <a:pathLst>
              <a:path extrusionOk="0" h="590973" w="5909727">
                <a:moveTo>
                  <a:pt x="0" y="0"/>
                </a:moveTo>
                <a:lnTo>
                  <a:pt x="5909727" y="0"/>
                </a:lnTo>
                <a:lnTo>
                  <a:pt x="5909727" y="590973"/>
                </a:lnTo>
                <a:lnTo>
                  <a:pt x="0" y="590973"/>
                </a:lnTo>
                <a:lnTo>
                  <a:pt x="0" y="0"/>
                </a:lnTo>
                <a:close/>
              </a:path>
            </a:pathLst>
          </a:custGeom>
          <a:blipFill rotWithShape="1">
            <a:blip r:embed="rId14">
              <a:alphaModFix/>
            </a:blip>
            <a:stretch>
              <a:fillRect b="0" l="0" r="0" t="0"/>
            </a:stretch>
          </a:blipFill>
          <a:ln>
            <a:noFill/>
          </a:ln>
        </p:spPr>
      </p:sp>
      <p:sp>
        <p:nvSpPr>
          <p:cNvPr id="162" name="Google Shape;162;p5"/>
          <p:cNvSpPr txBox="1"/>
          <p:nvPr/>
        </p:nvSpPr>
        <p:spPr>
          <a:xfrm>
            <a:off x="3834797" y="598430"/>
            <a:ext cx="10845621" cy="1527435"/>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8489" u="sng" cap="none" strike="noStrike">
                <a:solidFill>
                  <a:srgbClr val="F9E2CF"/>
                </a:solidFill>
                <a:latin typeface="Poppins Black"/>
                <a:ea typeface="Poppins Black"/>
                <a:cs typeface="Poppins Black"/>
                <a:sym typeface="Poppins Black"/>
              </a:rPr>
              <a:t>Role Of Engineer </a:t>
            </a:r>
            <a:endParaRPr/>
          </a:p>
        </p:txBody>
      </p:sp>
      <p:sp>
        <p:nvSpPr>
          <p:cNvPr id="163" name="Google Shape;163;p5"/>
          <p:cNvSpPr txBox="1"/>
          <p:nvPr/>
        </p:nvSpPr>
        <p:spPr>
          <a:xfrm>
            <a:off x="1028700" y="3207655"/>
            <a:ext cx="8019300" cy="4892700"/>
          </a:xfrm>
          <a:prstGeom prst="rect">
            <a:avLst/>
          </a:prstGeom>
          <a:noFill/>
          <a:ln>
            <a:noFill/>
          </a:ln>
        </p:spPr>
        <p:txBody>
          <a:bodyPr anchorCtr="0" anchor="t" bIns="0" lIns="0" spcFirstLastPara="1" rIns="0" wrap="square" tIns="0">
            <a:spAutoFit/>
          </a:bodyPr>
          <a:lstStyle/>
          <a:p>
            <a:pPr indent="0" lvl="0" marL="0" marR="0" rtl="0" algn="l">
              <a:lnSpc>
                <a:spcPct val="128015"/>
              </a:lnSpc>
              <a:spcBef>
                <a:spcPts val="0"/>
              </a:spcBef>
              <a:spcAft>
                <a:spcPts val="0"/>
              </a:spcAft>
              <a:buNone/>
            </a:pPr>
            <a:r>
              <a:rPr b="1" i="0" lang="en-US" sz="3191" u="sng" cap="none" strike="noStrike">
                <a:solidFill>
                  <a:srgbClr val="F9E2CF"/>
                </a:solidFill>
                <a:latin typeface="Open Sans"/>
                <a:ea typeface="Open Sans"/>
                <a:cs typeface="Open Sans"/>
                <a:sym typeface="Open Sans"/>
              </a:rPr>
              <a:t>Automation</a:t>
            </a:r>
            <a:endParaRPr sz="1200"/>
          </a:p>
          <a:p>
            <a:pPr indent="0" lvl="0" marL="0" marR="0" rtl="0" algn="l">
              <a:lnSpc>
                <a:spcPct val="128015"/>
              </a:lnSpc>
              <a:spcBef>
                <a:spcPts val="0"/>
              </a:spcBef>
              <a:spcAft>
                <a:spcPts val="0"/>
              </a:spcAft>
              <a:buNone/>
            </a:pPr>
            <a:r>
              <a:rPr b="0" i="0" lang="en-US" sz="3191" u="none" cap="none" strike="noStrike">
                <a:solidFill>
                  <a:srgbClr val="F9E2CF"/>
                </a:solidFill>
                <a:latin typeface="Open Sans"/>
                <a:ea typeface="Open Sans"/>
                <a:cs typeface="Open Sans"/>
                <a:sym typeface="Open Sans"/>
              </a:rPr>
              <a:t>Engineers design and program automated systems with sensors to precisely control important physical conditions such as temperature, pH, and enzyme dosage in the industrial washing machines. These systems help maintain optimal conditions which produce good quality product </a:t>
            </a:r>
            <a:endParaRPr sz="1200"/>
          </a:p>
        </p:txBody>
      </p:sp>
      <p:sp>
        <p:nvSpPr>
          <p:cNvPr id="164" name="Google Shape;164;p5"/>
          <p:cNvSpPr txBox="1"/>
          <p:nvPr/>
        </p:nvSpPr>
        <p:spPr>
          <a:xfrm>
            <a:off x="9553100" y="3217175"/>
            <a:ext cx="8228700" cy="5002800"/>
          </a:xfrm>
          <a:prstGeom prst="rect">
            <a:avLst/>
          </a:prstGeom>
          <a:noFill/>
          <a:ln>
            <a:noFill/>
          </a:ln>
        </p:spPr>
        <p:txBody>
          <a:bodyPr anchorCtr="0" anchor="t" bIns="0" lIns="0" spcFirstLastPara="1" rIns="0" wrap="square" tIns="0">
            <a:spAutoFit/>
          </a:bodyPr>
          <a:lstStyle/>
          <a:p>
            <a:pPr indent="0" lvl="0" marL="0" marR="0" rtl="0" algn="r">
              <a:lnSpc>
                <a:spcPct val="128010"/>
              </a:lnSpc>
              <a:spcBef>
                <a:spcPts val="0"/>
              </a:spcBef>
              <a:spcAft>
                <a:spcPts val="0"/>
              </a:spcAft>
              <a:buNone/>
            </a:pPr>
            <a:r>
              <a:rPr b="1" i="0" lang="en-US" sz="3263" u="sng" cap="none" strike="noStrike">
                <a:solidFill>
                  <a:srgbClr val="F9E2CF"/>
                </a:solidFill>
                <a:latin typeface="Open Sans"/>
                <a:ea typeface="Open Sans"/>
                <a:cs typeface="Open Sans"/>
                <a:sym typeface="Open Sans"/>
              </a:rPr>
              <a:t>Data Analysis</a:t>
            </a:r>
            <a:endParaRPr sz="1200"/>
          </a:p>
          <a:p>
            <a:pPr indent="0" lvl="0" marL="0" marR="0" rtl="0" algn="r">
              <a:lnSpc>
                <a:spcPct val="128010"/>
              </a:lnSpc>
              <a:spcBef>
                <a:spcPts val="0"/>
              </a:spcBef>
              <a:spcAft>
                <a:spcPts val="0"/>
              </a:spcAft>
              <a:buNone/>
            </a:pPr>
            <a:r>
              <a:rPr b="0" i="0" lang="en-US" sz="3263" u="none" cap="none" strike="noStrike">
                <a:solidFill>
                  <a:srgbClr val="F9E2CF"/>
                </a:solidFill>
                <a:latin typeface="Open Sans"/>
                <a:ea typeface="Open Sans"/>
                <a:cs typeface="Open Sans"/>
                <a:sym typeface="Open Sans"/>
              </a:rPr>
              <a:t>Software and algorithms to collect and analyze real-time data from the production process is made by engineers. The data is used to identify impurities, predict maintenance needs, and optimize the process for maximum yield and minimal resource consumption.</a:t>
            </a:r>
            <a:endParaRPr b="0" i="0" sz="3263" u="none" cap="none" strike="noStrike">
              <a:solidFill>
                <a:srgbClr val="F9E2CF"/>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p:nvPr/>
        </p:nvSpPr>
        <p:spPr>
          <a:xfrm>
            <a:off x="2919622" y="8926374"/>
            <a:ext cx="2282181" cy="1120343"/>
          </a:xfrm>
          <a:custGeom>
            <a:rect b="b" l="l" r="r" t="t"/>
            <a:pathLst>
              <a:path extrusionOk="0" h="1120343" w="2282181">
                <a:moveTo>
                  <a:pt x="0" y="0"/>
                </a:moveTo>
                <a:lnTo>
                  <a:pt x="2282181" y="0"/>
                </a:lnTo>
                <a:lnTo>
                  <a:pt x="2282181" y="1120343"/>
                </a:lnTo>
                <a:lnTo>
                  <a:pt x="0" y="1120343"/>
                </a:lnTo>
                <a:lnTo>
                  <a:pt x="0" y="0"/>
                </a:lnTo>
                <a:close/>
              </a:path>
            </a:pathLst>
          </a:custGeom>
          <a:blipFill rotWithShape="1">
            <a:blip r:embed="rId3">
              <a:alphaModFix/>
            </a:blip>
            <a:stretch>
              <a:fillRect b="0" l="0" r="0" t="0"/>
            </a:stretch>
          </a:blipFill>
          <a:ln>
            <a:noFill/>
          </a:ln>
        </p:spPr>
      </p:sp>
      <p:sp>
        <p:nvSpPr>
          <p:cNvPr id="170" name="Google Shape;170;p6"/>
          <p:cNvSpPr/>
          <p:nvPr/>
        </p:nvSpPr>
        <p:spPr>
          <a:xfrm rot="2700000">
            <a:off x="15537072" y="1088920"/>
            <a:ext cx="2884074" cy="818028"/>
          </a:xfrm>
          <a:custGeom>
            <a:rect b="b" l="l" r="r" t="t"/>
            <a:pathLst>
              <a:path extrusionOk="0" h="818028" w="2884074">
                <a:moveTo>
                  <a:pt x="0" y="0"/>
                </a:moveTo>
                <a:lnTo>
                  <a:pt x="2884074" y="0"/>
                </a:lnTo>
                <a:lnTo>
                  <a:pt x="2884074" y="818028"/>
                </a:lnTo>
                <a:lnTo>
                  <a:pt x="0" y="818028"/>
                </a:lnTo>
                <a:lnTo>
                  <a:pt x="0" y="0"/>
                </a:lnTo>
                <a:close/>
              </a:path>
            </a:pathLst>
          </a:custGeom>
          <a:blipFill rotWithShape="1">
            <a:blip r:embed="rId4">
              <a:alphaModFix/>
            </a:blip>
            <a:stretch>
              <a:fillRect b="0" l="0" r="0" t="0"/>
            </a:stretch>
          </a:blipFill>
          <a:ln>
            <a:noFill/>
          </a:ln>
        </p:spPr>
      </p:sp>
      <p:sp>
        <p:nvSpPr>
          <p:cNvPr id="171" name="Google Shape;171;p6"/>
          <p:cNvSpPr/>
          <p:nvPr/>
        </p:nvSpPr>
        <p:spPr>
          <a:xfrm>
            <a:off x="8475902" y="9268518"/>
            <a:ext cx="1855790" cy="1066236"/>
          </a:xfrm>
          <a:custGeom>
            <a:rect b="b" l="l" r="r" t="t"/>
            <a:pathLst>
              <a:path extrusionOk="0" h="1066236" w="1855790">
                <a:moveTo>
                  <a:pt x="0" y="0"/>
                </a:moveTo>
                <a:lnTo>
                  <a:pt x="1855790" y="0"/>
                </a:lnTo>
                <a:lnTo>
                  <a:pt x="1855790" y="1066235"/>
                </a:lnTo>
                <a:lnTo>
                  <a:pt x="0" y="1066235"/>
                </a:lnTo>
                <a:lnTo>
                  <a:pt x="0" y="0"/>
                </a:lnTo>
                <a:close/>
              </a:path>
            </a:pathLst>
          </a:custGeom>
          <a:blipFill rotWithShape="1">
            <a:blip r:embed="rId5">
              <a:alphaModFix/>
            </a:blip>
            <a:stretch>
              <a:fillRect b="0" l="0" r="0" t="0"/>
            </a:stretch>
          </a:blipFill>
          <a:ln>
            <a:noFill/>
          </a:ln>
        </p:spPr>
      </p:sp>
      <p:sp>
        <p:nvSpPr>
          <p:cNvPr id="172" name="Google Shape;172;p6"/>
          <p:cNvSpPr/>
          <p:nvPr/>
        </p:nvSpPr>
        <p:spPr>
          <a:xfrm>
            <a:off x="16595002" y="3318016"/>
            <a:ext cx="1328596" cy="1219893"/>
          </a:xfrm>
          <a:custGeom>
            <a:rect b="b" l="l" r="r" t="t"/>
            <a:pathLst>
              <a:path extrusionOk="0" h="1219893" w="1328596">
                <a:moveTo>
                  <a:pt x="0" y="0"/>
                </a:moveTo>
                <a:lnTo>
                  <a:pt x="1328596" y="0"/>
                </a:lnTo>
                <a:lnTo>
                  <a:pt x="1328596" y="1219893"/>
                </a:lnTo>
                <a:lnTo>
                  <a:pt x="0" y="1219893"/>
                </a:lnTo>
                <a:lnTo>
                  <a:pt x="0" y="0"/>
                </a:lnTo>
                <a:close/>
              </a:path>
            </a:pathLst>
          </a:custGeom>
          <a:blipFill rotWithShape="1">
            <a:blip r:embed="rId6">
              <a:alphaModFix/>
            </a:blip>
            <a:stretch>
              <a:fillRect b="0" l="0" r="0" t="0"/>
            </a:stretch>
          </a:blipFill>
          <a:ln>
            <a:noFill/>
          </a:ln>
        </p:spPr>
      </p:sp>
      <p:sp>
        <p:nvSpPr>
          <p:cNvPr id="173" name="Google Shape;173;p6"/>
          <p:cNvSpPr/>
          <p:nvPr/>
        </p:nvSpPr>
        <p:spPr>
          <a:xfrm>
            <a:off x="444750" y="134714"/>
            <a:ext cx="1408409" cy="1363220"/>
          </a:xfrm>
          <a:custGeom>
            <a:rect b="b" l="l" r="r" t="t"/>
            <a:pathLst>
              <a:path extrusionOk="0" h="1363220" w="1408409">
                <a:moveTo>
                  <a:pt x="0" y="0"/>
                </a:moveTo>
                <a:lnTo>
                  <a:pt x="1408409" y="0"/>
                </a:lnTo>
                <a:lnTo>
                  <a:pt x="1408409" y="1363220"/>
                </a:lnTo>
                <a:lnTo>
                  <a:pt x="0" y="1363220"/>
                </a:lnTo>
                <a:lnTo>
                  <a:pt x="0" y="0"/>
                </a:lnTo>
                <a:close/>
              </a:path>
            </a:pathLst>
          </a:custGeom>
          <a:blipFill rotWithShape="1">
            <a:blip r:embed="rId7">
              <a:alphaModFix/>
            </a:blip>
            <a:stretch>
              <a:fillRect b="0" l="0" r="0" t="0"/>
            </a:stretch>
          </a:blipFill>
          <a:ln>
            <a:noFill/>
          </a:ln>
        </p:spPr>
      </p:sp>
      <p:sp>
        <p:nvSpPr>
          <p:cNvPr id="174" name="Google Shape;174;p6"/>
          <p:cNvSpPr/>
          <p:nvPr/>
        </p:nvSpPr>
        <p:spPr>
          <a:xfrm>
            <a:off x="-262512" y="2851717"/>
            <a:ext cx="1554331" cy="932598"/>
          </a:xfrm>
          <a:custGeom>
            <a:rect b="b" l="l" r="r" t="t"/>
            <a:pathLst>
              <a:path extrusionOk="0" h="932598" w="1554331">
                <a:moveTo>
                  <a:pt x="0" y="0"/>
                </a:moveTo>
                <a:lnTo>
                  <a:pt x="1554331" y="0"/>
                </a:lnTo>
                <a:lnTo>
                  <a:pt x="1554331" y="932598"/>
                </a:lnTo>
                <a:lnTo>
                  <a:pt x="0" y="932598"/>
                </a:lnTo>
                <a:lnTo>
                  <a:pt x="0" y="0"/>
                </a:lnTo>
                <a:close/>
              </a:path>
            </a:pathLst>
          </a:custGeom>
          <a:blipFill rotWithShape="1">
            <a:blip r:embed="rId8">
              <a:alphaModFix/>
            </a:blip>
            <a:stretch>
              <a:fillRect b="0" l="0" r="0" t="0"/>
            </a:stretch>
          </a:blipFill>
          <a:ln>
            <a:noFill/>
          </a:ln>
        </p:spPr>
      </p:sp>
      <p:sp>
        <p:nvSpPr>
          <p:cNvPr id="175" name="Google Shape;175;p6"/>
          <p:cNvSpPr/>
          <p:nvPr/>
        </p:nvSpPr>
        <p:spPr>
          <a:xfrm>
            <a:off x="16465385" y="6866287"/>
            <a:ext cx="1822615" cy="1749711"/>
          </a:xfrm>
          <a:custGeom>
            <a:rect b="b" l="l" r="r" t="t"/>
            <a:pathLst>
              <a:path extrusionOk="0" h="1749711" w="1822615">
                <a:moveTo>
                  <a:pt x="0" y="0"/>
                </a:moveTo>
                <a:lnTo>
                  <a:pt x="1822615" y="0"/>
                </a:lnTo>
                <a:lnTo>
                  <a:pt x="1822615" y="1749710"/>
                </a:lnTo>
                <a:lnTo>
                  <a:pt x="0" y="1749710"/>
                </a:lnTo>
                <a:lnTo>
                  <a:pt x="0" y="0"/>
                </a:lnTo>
                <a:close/>
              </a:path>
            </a:pathLst>
          </a:custGeom>
          <a:blipFill rotWithShape="1">
            <a:blip r:embed="rId9">
              <a:alphaModFix/>
            </a:blip>
            <a:stretch>
              <a:fillRect b="0" l="0" r="0" t="0"/>
            </a:stretch>
          </a:blipFill>
          <a:ln>
            <a:noFill/>
          </a:ln>
        </p:spPr>
      </p:sp>
      <p:sp>
        <p:nvSpPr>
          <p:cNvPr id="176" name="Google Shape;176;p6"/>
          <p:cNvSpPr/>
          <p:nvPr/>
        </p:nvSpPr>
        <p:spPr>
          <a:xfrm>
            <a:off x="13710218" y="8926374"/>
            <a:ext cx="2254773" cy="1750524"/>
          </a:xfrm>
          <a:custGeom>
            <a:rect b="b" l="l" r="r" t="t"/>
            <a:pathLst>
              <a:path extrusionOk="0" h="1750524" w="2254773">
                <a:moveTo>
                  <a:pt x="0" y="0"/>
                </a:moveTo>
                <a:lnTo>
                  <a:pt x="2254773" y="0"/>
                </a:lnTo>
                <a:lnTo>
                  <a:pt x="2254773" y="1750523"/>
                </a:lnTo>
                <a:lnTo>
                  <a:pt x="0" y="1750523"/>
                </a:lnTo>
                <a:lnTo>
                  <a:pt x="0" y="0"/>
                </a:lnTo>
                <a:close/>
              </a:path>
            </a:pathLst>
          </a:custGeom>
          <a:blipFill rotWithShape="1">
            <a:blip r:embed="rId10">
              <a:alphaModFix/>
            </a:blip>
            <a:stretch>
              <a:fillRect b="0" l="0" r="0" t="0"/>
            </a:stretch>
          </a:blipFill>
          <a:ln>
            <a:noFill/>
          </a:ln>
        </p:spPr>
      </p:sp>
      <p:sp>
        <p:nvSpPr>
          <p:cNvPr id="177" name="Google Shape;177;p6"/>
          <p:cNvSpPr/>
          <p:nvPr/>
        </p:nvSpPr>
        <p:spPr>
          <a:xfrm>
            <a:off x="-390650" y="6874215"/>
            <a:ext cx="2243809" cy="1733853"/>
          </a:xfrm>
          <a:custGeom>
            <a:rect b="b" l="l" r="r" t="t"/>
            <a:pathLst>
              <a:path extrusionOk="0" h="1733853" w="2243809">
                <a:moveTo>
                  <a:pt x="0" y="0"/>
                </a:moveTo>
                <a:lnTo>
                  <a:pt x="2243809" y="0"/>
                </a:lnTo>
                <a:lnTo>
                  <a:pt x="2243809" y="1733853"/>
                </a:lnTo>
                <a:lnTo>
                  <a:pt x="0" y="1733853"/>
                </a:lnTo>
                <a:lnTo>
                  <a:pt x="0" y="0"/>
                </a:lnTo>
                <a:close/>
              </a:path>
            </a:pathLst>
          </a:custGeom>
          <a:blipFill rotWithShape="1">
            <a:blip r:embed="rId11">
              <a:alphaModFix/>
            </a:blip>
            <a:stretch>
              <a:fillRect b="0" l="0" r="0" t="0"/>
            </a:stretch>
          </a:blipFill>
          <a:ln>
            <a:noFill/>
          </a:ln>
        </p:spPr>
      </p:sp>
      <p:sp>
        <p:nvSpPr>
          <p:cNvPr id="178" name="Google Shape;178;p6"/>
          <p:cNvSpPr/>
          <p:nvPr/>
        </p:nvSpPr>
        <p:spPr>
          <a:xfrm rot="-826991">
            <a:off x="3087075" y="533803"/>
            <a:ext cx="1515519" cy="1521224"/>
          </a:xfrm>
          <a:custGeom>
            <a:rect b="b" l="l" r="r" t="t"/>
            <a:pathLst>
              <a:path extrusionOk="0" h="1521224" w="1515519">
                <a:moveTo>
                  <a:pt x="0" y="0"/>
                </a:moveTo>
                <a:lnTo>
                  <a:pt x="1515519" y="0"/>
                </a:lnTo>
                <a:lnTo>
                  <a:pt x="1515519" y="1521224"/>
                </a:lnTo>
                <a:lnTo>
                  <a:pt x="0" y="1521224"/>
                </a:lnTo>
                <a:lnTo>
                  <a:pt x="0" y="0"/>
                </a:lnTo>
                <a:close/>
              </a:path>
            </a:pathLst>
          </a:custGeom>
          <a:blipFill rotWithShape="1">
            <a:blip r:embed="rId12">
              <a:alphaModFix/>
            </a:blip>
            <a:stretch>
              <a:fillRect b="0" l="0" r="0" t="0"/>
            </a:stretch>
          </a:blipFill>
          <a:ln>
            <a:noFill/>
          </a:ln>
        </p:spPr>
      </p:sp>
      <p:sp>
        <p:nvSpPr>
          <p:cNvPr id="179" name="Google Shape;179;p6"/>
          <p:cNvSpPr txBox="1"/>
          <p:nvPr/>
        </p:nvSpPr>
        <p:spPr>
          <a:xfrm>
            <a:off x="2152285" y="2287145"/>
            <a:ext cx="14503024" cy="6019416"/>
          </a:xfrm>
          <a:prstGeom prst="rect">
            <a:avLst/>
          </a:prstGeom>
          <a:noFill/>
          <a:ln>
            <a:noFill/>
          </a:ln>
        </p:spPr>
        <p:txBody>
          <a:bodyPr anchorCtr="0" anchor="t" bIns="0" lIns="0" spcFirstLastPara="1" rIns="0" wrap="square" tIns="0">
            <a:spAutoFit/>
          </a:bodyPr>
          <a:lstStyle/>
          <a:p>
            <a:pPr indent="-365961" lvl="1" marL="731924" marR="0" rtl="0" algn="l">
              <a:lnSpc>
                <a:spcPct val="140000"/>
              </a:lnSpc>
              <a:spcBef>
                <a:spcPts val="0"/>
              </a:spcBef>
              <a:spcAft>
                <a:spcPts val="0"/>
              </a:spcAft>
              <a:buClr>
                <a:srgbClr val="BF5461"/>
              </a:buClr>
              <a:buSzPts val="3390"/>
              <a:buFont typeface="Arial"/>
              <a:buChar char="•"/>
            </a:pPr>
            <a:r>
              <a:rPr b="1" i="0" lang="en-US" sz="3390" u="none" cap="none" strike="noStrike">
                <a:solidFill>
                  <a:srgbClr val="BF5461"/>
                </a:solidFill>
                <a:latin typeface="Poppins Black"/>
                <a:ea typeface="Poppins Black"/>
                <a:cs typeface="Poppins Black"/>
                <a:sym typeface="Poppins Black"/>
              </a:rPr>
              <a:t>https://qph.cf2.quoracdn.net/main-qimg-4123b5338c753efcd74f2601ce9b0190-lq</a:t>
            </a:r>
            <a:endParaRPr/>
          </a:p>
          <a:p>
            <a:pPr indent="-365961" lvl="1" marL="731924" marR="0" rtl="0" algn="l">
              <a:lnSpc>
                <a:spcPct val="140000"/>
              </a:lnSpc>
              <a:spcBef>
                <a:spcPts val="0"/>
              </a:spcBef>
              <a:spcAft>
                <a:spcPts val="0"/>
              </a:spcAft>
              <a:buClr>
                <a:srgbClr val="BF5461"/>
              </a:buClr>
              <a:buSzPts val="3390"/>
              <a:buFont typeface="Arial"/>
              <a:buChar char="•"/>
            </a:pPr>
            <a:r>
              <a:rPr b="1" i="0" lang="en-US" sz="3390" u="none" cap="none" strike="noStrike">
                <a:solidFill>
                  <a:srgbClr val="BF5461"/>
                </a:solidFill>
                <a:latin typeface="Poppins Black"/>
                <a:ea typeface="Poppins Black"/>
                <a:cs typeface="Poppins Black"/>
                <a:sym typeface="Poppins Black"/>
              </a:rPr>
              <a:t>https://www.researchgate.net/publication/385503722_Applications_of_cellulase_enzyme_in_textile_industry_purified_from_Bacillus_paramycoides_S_5</a:t>
            </a:r>
            <a:endParaRPr/>
          </a:p>
          <a:p>
            <a:pPr indent="-365961" lvl="1" marL="731924" marR="0" rtl="0" algn="l">
              <a:lnSpc>
                <a:spcPct val="140000"/>
              </a:lnSpc>
              <a:spcBef>
                <a:spcPts val="0"/>
              </a:spcBef>
              <a:spcAft>
                <a:spcPts val="0"/>
              </a:spcAft>
              <a:buClr>
                <a:srgbClr val="BF5461"/>
              </a:buClr>
              <a:buSzPts val="3390"/>
              <a:buFont typeface="Arial"/>
              <a:buChar char="•"/>
            </a:pPr>
            <a:r>
              <a:rPr b="1" i="0" lang="en-US" sz="3390" u="none" cap="none" strike="noStrike">
                <a:solidFill>
                  <a:srgbClr val="BF5461"/>
                </a:solidFill>
                <a:latin typeface="Poppins Black"/>
                <a:ea typeface="Poppins Black"/>
                <a:cs typeface="Poppins Black"/>
                <a:sym typeface="Poppins Black"/>
              </a:rPr>
              <a:t>https://www.researchgate.net/publication/350585959_Industrial_application_of_cellulases</a:t>
            </a:r>
            <a:endParaRPr/>
          </a:p>
          <a:p>
            <a:pPr indent="-365961" lvl="1" marL="731924" marR="0" rtl="0" algn="l">
              <a:lnSpc>
                <a:spcPct val="140000"/>
              </a:lnSpc>
              <a:spcBef>
                <a:spcPts val="0"/>
              </a:spcBef>
              <a:spcAft>
                <a:spcPts val="0"/>
              </a:spcAft>
              <a:buClr>
                <a:srgbClr val="BF5461"/>
              </a:buClr>
              <a:buSzPts val="3390"/>
              <a:buFont typeface="Arial"/>
              <a:buChar char="•"/>
            </a:pPr>
            <a:r>
              <a:rPr b="1" i="0" lang="en-US" sz="3390" u="none" cap="none" strike="noStrike">
                <a:solidFill>
                  <a:srgbClr val="BF5461"/>
                </a:solidFill>
                <a:latin typeface="Poppins Black"/>
                <a:ea typeface="Poppins Black"/>
                <a:cs typeface="Poppins Black"/>
                <a:sym typeface="Poppins Black"/>
              </a:rPr>
              <a:t>https://textilevaluechain.in/in-depth-analysis/articles/bio-stoning-of-denim-by-enzymes</a:t>
            </a:r>
            <a:endParaRPr/>
          </a:p>
          <a:p>
            <a:pPr indent="-365961" lvl="1" marL="731924" marR="0" rtl="0" algn="l">
              <a:lnSpc>
                <a:spcPct val="140000"/>
              </a:lnSpc>
              <a:spcBef>
                <a:spcPts val="0"/>
              </a:spcBef>
              <a:spcAft>
                <a:spcPts val="0"/>
              </a:spcAft>
              <a:buClr>
                <a:srgbClr val="BF5461"/>
              </a:buClr>
              <a:buSzPts val="3390"/>
              <a:buFont typeface="Arial"/>
              <a:buChar char="•"/>
            </a:pPr>
            <a:r>
              <a:rPr b="1" i="0" lang="en-US" sz="3390" u="none" cap="none" strike="noStrike">
                <a:solidFill>
                  <a:srgbClr val="BF5461"/>
                </a:solidFill>
                <a:latin typeface="Poppins Black"/>
                <a:ea typeface="Poppins Black"/>
                <a:cs typeface="Poppins Black"/>
                <a:sym typeface="Poppins Black"/>
              </a:rPr>
              <a:t>https://en.wikipedia.org/wiki/Enzyme_washing</a:t>
            </a:r>
            <a:endParaRPr/>
          </a:p>
        </p:txBody>
      </p:sp>
      <p:sp>
        <p:nvSpPr>
          <p:cNvPr id="180" name="Google Shape;180;p6"/>
          <p:cNvSpPr/>
          <p:nvPr/>
        </p:nvSpPr>
        <p:spPr>
          <a:xfrm>
            <a:off x="13144500" y="812146"/>
            <a:ext cx="2505869" cy="2505869"/>
          </a:xfrm>
          <a:custGeom>
            <a:rect b="b" l="l" r="r" t="t"/>
            <a:pathLst>
              <a:path extrusionOk="0" h="2505869" w="2505869">
                <a:moveTo>
                  <a:pt x="0" y="0"/>
                </a:moveTo>
                <a:lnTo>
                  <a:pt x="2505869" y="0"/>
                </a:lnTo>
                <a:lnTo>
                  <a:pt x="2505869" y="2505870"/>
                </a:lnTo>
                <a:lnTo>
                  <a:pt x="0" y="2505870"/>
                </a:lnTo>
                <a:lnTo>
                  <a:pt x="0" y="0"/>
                </a:lnTo>
                <a:close/>
              </a:path>
            </a:pathLst>
          </a:custGeom>
          <a:blipFill rotWithShape="1">
            <a:blip r:embed="rId13">
              <a:alphaModFix/>
            </a:blip>
            <a:stretch>
              <a:fillRect b="0" l="0" r="0" t="0"/>
            </a:stretch>
          </a:blipFill>
          <a:ln>
            <a:noFill/>
          </a:ln>
        </p:spPr>
      </p:sp>
      <p:sp>
        <p:nvSpPr>
          <p:cNvPr id="181" name="Google Shape;181;p6"/>
          <p:cNvSpPr txBox="1"/>
          <p:nvPr/>
        </p:nvSpPr>
        <p:spPr>
          <a:xfrm>
            <a:off x="3087075" y="733267"/>
            <a:ext cx="11750530" cy="131978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7290" u="none" cap="none" strike="noStrike">
                <a:solidFill>
                  <a:srgbClr val="BF5461"/>
                </a:solidFill>
                <a:latin typeface="Poppins Black"/>
                <a:ea typeface="Poppins Black"/>
                <a:cs typeface="Poppins Black"/>
                <a:sym typeface="Poppins Black"/>
              </a:rPr>
              <a:t>References page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